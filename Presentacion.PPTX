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24.xml" ContentType="application/vnd.openxmlformats-officedocument.presentationml.slideLayout+xml"/>
  <Default Extension="xml" ContentType="application/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31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Masters/slideMaster8.xml" ContentType="application/vnd.openxmlformats-officedocument.presentationml.slideMaster+xml"/>
  <Override PartName="/ppt/slideMasters/slideMaster11.xml" ContentType="application/vnd.openxmlformats-officedocument.presentationml.slideMaster+xml"/>
  <Override PartName="/ppt/theme/theme14.xml" ContentType="application/vnd.openxmlformats-officedocument.theme+xml"/>
  <Override PartName="/ppt/diagrams/layout1.xml" ContentType="application/vnd.openxmlformats-officedocument.drawingml.diagramLayout+xml"/>
  <Override PartName="/ppt/slideMasters/slideMaster4.xml" ContentType="application/vnd.openxmlformats-officedocument.presentationml.slideMaster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10.xml" ContentType="application/vnd.openxmlformats-officedocument.theme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47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43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1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50.xml" ContentType="application/vnd.openxmlformats-officedocument.presentationml.slideLayout+xml"/>
  <Override PartName="/docProps/app.xml" ContentType="application/vnd.openxmlformats-officedocument.extended-properties+xml"/>
  <Override PartName="/ppt/slideLayouts/slideLayout2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Masters/slideMaster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Layouts/slideLayout59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44.xml" ContentType="application/vnd.openxmlformats-officedocument.presentationml.slideLayout+xml"/>
  <Default Extension="rels" ContentType="application/vnd.openxmlformats-package.relationships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Masters/slideMaster13.xml" ContentType="application/vnd.openxmlformats-officedocument.presentationml.slideMaster+xml"/>
  <Override PartName="/ppt/slideLayouts/slideLayout100.xml" ContentType="application/vnd.openxmlformats-officedocument.presentationml.slideLayout+xml"/>
  <Override PartName="/ppt/slideMasters/slideMaster6.xml" ContentType="application/vnd.openxmlformats-officedocument.presentationml.slideMaster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theme/theme12.xml" ContentType="application/vnd.openxmlformats-officedocument.them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45.xml" ContentType="application/vnd.openxmlformats-officedocument.presentationml.slideLayout+xml"/>
  <Override PartName="/ppt/diagrams/drawing1.xml" ContentType="application/vnd.ms-office.drawingml.diagramDrawing+xml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52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Masters/slideMaster14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theme/theme9.xml" ContentType="application/vnd.openxmlformats-officedocument.theme+xml"/>
  <Override PartName="/ppt/theme/theme13.xml" ContentType="application/vnd.openxmlformats-officedocument.theme+xml"/>
  <Override PartName="/ppt/slides/slide8.xml" ContentType="application/vnd.openxmlformats-officedocument.presentationml.slide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139.xml" ContentType="application/vnd.openxmlformats-officedocument.presentationml.slideLayout+xml"/>
  <Override PartName="/ppt/diagrams/data1.xml" ContentType="application/vnd.openxmlformats-officedocument.drawingml.diagramData+xml"/>
  <Override PartName="/ppt/slideLayouts/slideLayout3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1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5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  <p:sldMasterId id="2147483708" r:id="rId5"/>
    <p:sldMasterId id="2147483720" r:id="rId6"/>
    <p:sldMasterId id="2147483732" r:id="rId7"/>
    <p:sldMasterId id="2147483744" r:id="rId8"/>
    <p:sldMasterId id="2147483756" r:id="rId9"/>
    <p:sldMasterId id="2147483768" r:id="rId10"/>
    <p:sldMasterId id="2147483780" r:id="rId11"/>
    <p:sldMasterId id="2147483792" r:id="rId12"/>
    <p:sldMasterId id="2147483804" r:id="rId13"/>
    <p:sldMasterId id="2147483852" r:id="rId14"/>
  </p:sld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A7D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10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7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2.xml"/><Relationship Id="rId20" Type="http://schemas.openxmlformats.org/officeDocument/2006/relationships/slide" Target="slides/slide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C15843-2A3C-4742-A12D-E4635C338F49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DFFCDF-789A-4C3C-9FC3-D027485B1BD4}">
      <dgm:prSet phldrT="[Texto]" custT="1"/>
      <dgm:spPr/>
      <dgm:t>
        <a:bodyPr/>
        <a:lstStyle/>
        <a:p>
          <a:r>
            <a:rPr lang="en-US" sz="1400" dirty="0" smtClean="0"/>
            <a:t>Maestro Peticion Datos Puerto x</a:t>
          </a:r>
          <a:endParaRPr lang="en-US" sz="1400" dirty="0"/>
        </a:p>
      </dgm:t>
    </dgm:pt>
    <dgm:pt modelId="{46B3C642-0628-4401-9739-BEB6CB51B340}" type="parTrans" cxnId="{60073515-424A-4891-BA08-0831ABAF7490}">
      <dgm:prSet/>
      <dgm:spPr/>
      <dgm:t>
        <a:bodyPr/>
        <a:lstStyle/>
        <a:p>
          <a:endParaRPr lang="en-US" sz="1400"/>
        </a:p>
      </dgm:t>
    </dgm:pt>
    <dgm:pt modelId="{5B2DFD72-E675-4495-9CE0-EC47BB83CEE7}" type="sibTrans" cxnId="{60073515-424A-4891-BA08-0831ABAF7490}">
      <dgm:prSet custT="1"/>
      <dgm:spPr/>
      <dgm:t>
        <a:bodyPr/>
        <a:lstStyle/>
        <a:p>
          <a:endParaRPr lang="en-US" sz="1400"/>
        </a:p>
      </dgm:t>
    </dgm:pt>
    <dgm:pt modelId="{B5F39E96-0F61-4C48-B1F9-81DC0D715049}">
      <dgm:prSet phldrT="[Texto]" custT="1"/>
      <dgm:spPr/>
      <dgm:t>
        <a:bodyPr/>
        <a:lstStyle/>
        <a:p>
          <a:r>
            <a:rPr lang="en-US" sz="1400" dirty="0" smtClean="0"/>
            <a:t>Board </a:t>
          </a:r>
          <a:r>
            <a:rPr lang="en-US" sz="1400" dirty="0" err="1" smtClean="0"/>
            <a:t>Responde</a:t>
          </a:r>
          <a:r>
            <a:rPr lang="en-US" sz="1400" dirty="0" smtClean="0"/>
            <a:t> </a:t>
          </a:r>
          <a:r>
            <a:rPr lang="en-US" sz="1400" dirty="0" err="1" smtClean="0"/>
            <a:t>si</a:t>
          </a:r>
          <a:r>
            <a:rPr lang="en-US" sz="1400" dirty="0" smtClean="0"/>
            <a:t>  </a:t>
          </a:r>
          <a:r>
            <a:rPr lang="en-US" sz="1400" dirty="0" err="1" smtClean="0"/>
            <a:t>tiene</a:t>
          </a:r>
          <a:r>
            <a:rPr lang="en-US" sz="1400" dirty="0" smtClean="0"/>
            <a:t> o no </a:t>
          </a:r>
          <a:r>
            <a:rPr lang="en-US" sz="1400" dirty="0" err="1" smtClean="0"/>
            <a:t>tiene</a:t>
          </a:r>
          <a:r>
            <a:rPr lang="en-US" sz="1400" dirty="0" smtClean="0"/>
            <a:t> Datos</a:t>
          </a:r>
          <a:endParaRPr lang="en-US" sz="1400" dirty="0"/>
        </a:p>
      </dgm:t>
    </dgm:pt>
    <dgm:pt modelId="{0493D86B-120E-4F42-9A90-8A651D07DA44}" type="parTrans" cxnId="{65413E43-30D7-4FA8-BF75-D0728AB25AA3}">
      <dgm:prSet/>
      <dgm:spPr/>
      <dgm:t>
        <a:bodyPr/>
        <a:lstStyle/>
        <a:p>
          <a:endParaRPr lang="en-US" sz="1400"/>
        </a:p>
      </dgm:t>
    </dgm:pt>
    <dgm:pt modelId="{F4BE11D4-0808-4CB8-9159-1C74043938BB}" type="sibTrans" cxnId="{65413E43-30D7-4FA8-BF75-D0728AB25AA3}">
      <dgm:prSet custT="1"/>
      <dgm:spPr/>
      <dgm:t>
        <a:bodyPr/>
        <a:lstStyle/>
        <a:p>
          <a:endParaRPr lang="en-US" sz="1400"/>
        </a:p>
      </dgm:t>
    </dgm:pt>
    <dgm:pt modelId="{5A66D363-5377-4513-8EF6-FD6405EFE7C4}">
      <dgm:prSet phldrT="[Texto]" custT="1"/>
      <dgm:spPr/>
      <dgm:t>
        <a:bodyPr/>
        <a:lstStyle/>
        <a:p>
          <a:r>
            <a:rPr lang="en-US" sz="1400" dirty="0" smtClean="0"/>
            <a:t>En </a:t>
          </a:r>
          <a:r>
            <a:rPr lang="en-US" sz="1400" dirty="0" err="1" smtClean="0"/>
            <a:t>caso</a:t>
          </a:r>
          <a:r>
            <a:rPr lang="en-US" sz="1400" dirty="0" smtClean="0"/>
            <a:t> de </a:t>
          </a:r>
          <a:r>
            <a:rPr lang="en-US" sz="1400" dirty="0" err="1" smtClean="0"/>
            <a:t>tener</a:t>
          </a:r>
          <a:r>
            <a:rPr lang="en-US" sz="1400" dirty="0" smtClean="0"/>
            <a:t> Datos se deben </a:t>
          </a:r>
          <a:r>
            <a:rPr lang="en-US" sz="1400" dirty="0" err="1" smtClean="0"/>
            <a:t>hacer</a:t>
          </a:r>
          <a:r>
            <a:rPr lang="en-US" sz="1400" dirty="0" smtClean="0"/>
            <a:t> 2 solicitudes datos</a:t>
          </a:r>
          <a:endParaRPr lang="en-US" sz="1400" dirty="0"/>
        </a:p>
      </dgm:t>
    </dgm:pt>
    <dgm:pt modelId="{9DB60769-7BB3-4A37-B3A1-27063E4129DC}" type="parTrans" cxnId="{D90098AD-C9E9-40B1-B45D-344A1749E082}">
      <dgm:prSet/>
      <dgm:spPr/>
      <dgm:t>
        <a:bodyPr/>
        <a:lstStyle/>
        <a:p>
          <a:endParaRPr lang="en-US" sz="1400"/>
        </a:p>
      </dgm:t>
    </dgm:pt>
    <dgm:pt modelId="{EB9F5217-9E34-4C67-952F-D28458072A90}" type="sibTrans" cxnId="{D90098AD-C9E9-40B1-B45D-344A1749E082}">
      <dgm:prSet custT="1"/>
      <dgm:spPr/>
      <dgm:t>
        <a:bodyPr/>
        <a:lstStyle/>
        <a:p>
          <a:endParaRPr lang="en-US" sz="1400"/>
        </a:p>
      </dgm:t>
    </dgm:pt>
    <dgm:pt modelId="{A08B8A6F-56EF-46E1-B05B-C9ED80F2C582}">
      <dgm:prSet phldrT="[Texto]" custT="1"/>
      <dgm:spPr/>
      <dgm:t>
        <a:bodyPr/>
        <a:lstStyle/>
        <a:p>
          <a:r>
            <a:rPr lang="en-US" sz="1400" dirty="0" smtClean="0"/>
            <a:t>Maestro Se </a:t>
          </a:r>
          <a:r>
            <a:rPr lang="en-US" sz="1400" dirty="0" err="1" smtClean="0"/>
            <a:t>pide</a:t>
          </a:r>
          <a:r>
            <a:rPr lang="en-US" sz="1400" dirty="0" smtClean="0"/>
            <a:t> </a:t>
          </a:r>
          <a:r>
            <a:rPr lang="en-US" sz="1400" dirty="0" err="1" smtClean="0"/>
            <a:t>Alistar</a:t>
          </a:r>
          <a:r>
            <a:rPr lang="en-US" sz="1400" dirty="0" smtClean="0"/>
            <a:t> Datos del Puerto X </a:t>
          </a:r>
          <a:endParaRPr lang="en-US" sz="1400" dirty="0"/>
        </a:p>
      </dgm:t>
    </dgm:pt>
    <dgm:pt modelId="{501BE151-401A-44D9-9BD2-02458BB84F66}" type="parTrans" cxnId="{F1FCA79A-B6C4-4AE0-B80C-3800AC29BCDC}">
      <dgm:prSet/>
      <dgm:spPr/>
      <dgm:t>
        <a:bodyPr/>
        <a:lstStyle/>
        <a:p>
          <a:endParaRPr lang="en-US" sz="1400"/>
        </a:p>
      </dgm:t>
    </dgm:pt>
    <dgm:pt modelId="{82DF11F1-BD1D-4A19-9D50-3D96DD353A33}" type="sibTrans" cxnId="{F1FCA79A-B6C4-4AE0-B80C-3800AC29BCDC}">
      <dgm:prSet custT="1"/>
      <dgm:spPr/>
      <dgm:t>
        <a:bodyPr/>
        <a:lstStyle/>
        <a:p>
          <a:endParaRPr lang="en-US" sz="1400"/>
        </a:p>
      </dgm:t>
    </dgm:pt>
    <dgm:pt modelId="{393202A3-F39D-412B-ACEC-B49172F0F3AA}">
      <dgm:prSet phldrT="[Texto]" custT="1"/>
      <dgm:spPr/>
      <dgm:t>
        <a:bodyPr/>
        <a:lstStyle/>
        <a:p>
          <a:r>
            <a:rPr lang="en-US" sz="1400" dirty="0" smtClean="0"/>
            <a:t>Board </a:t>
          </a:r>
          <a:r>
            <a:rPr lang="en-US" sz="1400" dirty="0" err="1" smtClean="0"/>
            <a:t>Responde</a:t>
          </a:r>
          <a:r>
            <a:rPr lang="en-US" sz="1400" dirty="0" smtClean="0"/>
            <a:t> con No de Datos a </a:t>
          </a:r>
          <a:r>
            <a:rPr lang="en-US" sz="1400" dirty="0" err="1" smtClean="0"/>
            <a:t>enviar</a:t>
          </a:r>
          <a:r>
            <a:rPr lang="en-US" sz="1400" dirty="0" smtClean="0"/>
            <a:t>.</a:t>
          </a:r>
          <a:endParaRPr lang="en-US" sz="1400" dirty="0"/>
        </a:p>
      </dgm:t>
    </dgm:pt>
    <dgm:pt modelId="{4BCA34D2-BA1B-420B-869F-6419F3BDA8CB}" type="parTrans" cxnId="{2A5AFB4C-D8FF-4F79-9BA0-4335E25DB569}">
      <dgm:prSet/>
      <dgm:spPr/>
      <dgm:t>
        <a:bodyPr/>
        <a:lstStyle/>
        <a:p>
          <a:endParaRPr lang="en-US" sz="1400"/>
        </a:p>
      </dgm:t>
    </dgm:pt>
    <dgm:pt modelId="{BA321414-097D-4651-BEFC-F796AF675E73}" type="sibTrans" cxnId="{2A5AFB4C-D8FF-4F79-9BA0-4335E25DB569}">
      <dgm:prSet custT="1"/>
      <dgm:spPr/>
      <dgm:t>
        <a:bodyPr/>
        <a:lstStyle/>
        <a:p>
          <a:endParaRPr lang="en-US" sz="1400"/>
        </a:p>
      </dgm:t>
    </dgm:pt>
    <dgm:pt modelId="{F94C0E8B-3E03-487F-88C3-0252C460EFF0}">
      <dgm:prSet phldrT="[Texto]" custT="1"/>
      <dgm:spPr/>
      <dgm:t>
        <a:bodyPr/>
        <a:lstStyle/>
        <a:p>
          <a:r>
            <a:rPr lang="en-US" sz="1400" dirty="0" smtClean="0"/>
            <a:t>Maestro </a:t>
          </a:r>
          <a:r>
            <a:rPr lang="en-US" sz="1400" dirty="0" err="1" smtClean="0"/>
            <a:t>pide</a:t>
          </a:r>
          <a:r>
            <a:rPr lang="en-US" sz="1400" dirty="0" smtClean="0"/>
            <a:t> </a:t>
          </a:r>
          <a:r>
            <a:rPr lang="en-US" sz="1400" dirty="0" err="1" smtClean="0"/>
            <a:t>enviar</a:t>
          </a:r>
          <a:r>
            <a:rPr lang="en-US" sz="1400" dirty="0" smtClean="0"/>
            <a:t> datos</a:t>
          </a:r>
          <a:endParaRPr lang="en-US" sz="1400" dirty="0"/>
        </a:p>
      </dgm:t>
    </dgm:pt>
    <dgm:pt modelId="{43CF961A-DA4D-4DBE-878E-9E8412656131}" type="parTrans" cxnId="{1D2F7170-EEBB-4BDB-AB71-F55D932A9FF0}">
      <dgm:prSet/>
      <dgm:spPr/>
      <dgm:t>
        <a:bodyPr/>
        <a:lstStyle/>
        <a:p>
          <a:endParaRPr lang="en-US" sz="1400"/>
        </a:p>
      </dgm:t>
    </dgm:pt>
    <dgm:pt modelId="{1A0C5BA0-B416-4D26-A730-D55151613B1E}" type="sibTrans" cxnId="{1D2F7170-EEBB-4BDB-AB71-F55D932A9FF0}">
      <dgm:prSet custT="1"/>
      <dgm:spPr/>
      <dgm:t>
        <a:bodyPr/>
        <a:lstStyle/>
        <a:p>
          <a:endParaRPr lang="en-US" sz="1400"/>
        </a:p>
      </dgm:t>
    </dgm:pt>
    <dgm:pt modelId="{2DCA2C53-DBD3-47A5-9769-1BC0EA6A5A58}">
      <dgm:prSet phldrT="[Texto]" custT="1"/>
      <dgm:spPr/>
      <dgm:t>
        <a:bodyPr/>
        <a:lstStyle/>
        <a:p>
          <a:r>
            <a:rPr lang="en-US" sz="1400" dirty="0" smtClean="0"/>
            <a:t>Board </a:t>
          </a:r>
          <a:r>
            <a:rPr lang="en-US" sz="1400" dirty="0" err="1" smtClean="0"/>
            <a:t>Envia</a:t>
          </a:r>
          <a:r>
            <a:rPr lang="en-US" sz="1400" dirty="0" smtClean="0"/>
            <a:t> Datos</a:t>
          </a:r>
          <a:endParaRPr lang="en-US" sz="1400" dirty="0"/>
        </a:p>
      </dgm:t>
    </dgm:pt>
    <dgm:pt modelId="{C6D177A4-9401-48F5-9DD7-935E49B0B9E0}" type="parTrans" cxnId="{D19BD301-7F10-4490-A327-E4C544A961C0}">
      <dgm:prSet/>
      <dgm:spPr/>
      <dgm:t>
        <a:bodyPr/>
        <a:lstStyle/>
        <a:p>
          <a:endParaRPr lang="en-US" sz="1400"/>
        </a:p>
      </dgm:t>
    </dgm:pt>
    <dgm:pt modelId="{C1085274-3BE1-46C2-8E0D-5E936C9DF154}" type="sibTrans" cxnId="{D19BD301-7F10-4490-A327-E4C544A961C0}">
      <dgm:prSet/>
      <dgm:spPr/>
      <dgm:t>
        <a:bodyPr/>
        <a:lstStyle/>
        <a:p>
          <a:endParaRPr lang="en-US" sz="1400"/>
        </a:p>
      </dgm:t>
    </dgm:pt>
    <dgm:pt modelId="{B3A4B640-4A0B-4023-98E7-0044C07D41D9}" type="pres">
      <dgm:prSet presAssocID="{82C15843-2A3C-4742-A12D-E4635C338F49}" presName="Name0" presStyleCnt="0">
        <dgm:presLayoutVars>
          <dgm:dir/>
          <dgm:resizeHandles val="exact"/>
        </dgm:presLayoutVars>
      </dgm:prSet>
      <dgm:spPr/>
    </dgm:pt>
    <dgm:pt modelId="{98402F84-9A87-4C18-BE37-2F91CCE77451}" type="pres">
      <dgm:prSet presAssocID="{CEDFFCDF-789A-4C3C-9FC3-D027485B1BD4}" presName="node" presStyleLbl="node1" presStyleIdx="0" presStyleCnt="7" custScaleX="89648" custScaleY="89464">
        <dgm:presLayoutVars>
          <dgm:bulletEnabled val="1"/>
        </dgm:presLayoutVars>
      </dgm:prSet>
      <dgm:spPr/>
    </dgm:pt>
    <dgm:pt modelId="{57D05844-7928-4B9B-99DC-E06056D3517F}" type="pres">
      <dgm:prSet presAssocID="{5B2DFD72-E675-4495-9CE0-EC47BB83CEE7}" presName="sibTrans" presStyleLbl="sibTrans1D1" presStyleIdx="0" presStyleCnt="6"/>
      <dgm:spPr/>
    </dgm:pt>
    <dgm:pt modelId="{9F0ACF5E-2921-4C7C-AAB4-FBFFA6EA148B}" type="pres">
      <dgm:prSet presAssocID="{5B2DFD72-E675-4495-9CE0-EC47BB83CEE7}" presName="connectorText" presStyleLbl="sibTrans1D1" presStyleIdx="0" presStyleCnt="6"/>
      <dgm:spPr/>
    </dgm:pt>
    <dgm:pt modelId="{8FDA1EDA-4060-4BEC-B856-275BE0A3F230}" type="pres">
      <dgm:prSet presAssocID="{B5F39E96-0F61-4C48-B1F9-81DC0D715049}" presName="node" presStyleLbl="node1" presStyleIdx="1" presStyleCnt="7" custScaleX="95287" custScaleY="103864">
        <dgm:presLayoutVars>
          <dgm:bulletEnabled val="1"/>
        </dgm:presLayoutVars>
      </dgm:prSet>
      <dgm:spPr/>
    </dgm:pt>
    <dgm:pt modelId="{38ED0191-9D6F-476B-8FB0-E72E214A0ADB}" type="pres">
      <dgm:prSet presAssocID="{F4BE11D4-0808-4CB8-9159-1C74043938BB}" presName="sibTrans" presStyleLbl="sibTrans1D1" presStyleIdx="1" presStyleCnt="6"/>
      <dgm:spPr/>
    </dgm:pt>
    <dgm:pt modelId="{9D3EB08C-103F-4221-B5AC-6022BBFEDF8A}" type="pres">
      <dgm:prSet presAssocID="{F4BE11D4-0808-4CB8-9159-1C74043938BB}" presName="connectorText" presStyleLbl="sibTrans1D1" presStyleIdx="1" presStyleCnt="6"/>
      <dgm:spPr/>
    </dgm:pt>
    <dgm:pt modelId="{69DD1345-ECAC-4390-9F53-51516ED0FA85}" type="pres">
      <dgm:prSet presAssocID="{5A66D363-5377-4513-8EF6-FD6405EFE7C4}" presName="node" presStyleLbl="node1" presStyleIdx="2" presStyleCnt="7">
        <dgm:presLayoutVars>
          <dgm:bulletEnabled val="1"/>
        </dgm:presLayoutVars>
      </dgm:prSet>
      <dgm:spPr/>
    </dgm:pt>
    <dgm:pt modelId="{DC3AC9C9-225D-4280-9009-626B9C3C184A}" type="pres">
      <dgm:prSet presAssocID="{EB9F5217-9E34-4C67-952F-D28458072A90}" presName="sibTrans" presStyleLbl="sibTrans1D1" presStyleIdx="2" presStyleCnt="6"/>
      <dgm:spPr/>
    </dgm:pt>
    <dgm:pt modelId="{22BEC458-A9EE-4705-B389-5B6E924A712D}" type="pres">
      <dgm:prSet presAssocID="{EB9F5217-9E34-4C67-952F-D28458072A90}" presName="connectorText" presStyleLbl="sibTrans1D1" presStyleIdx="2" presStyleCnt="6"/>
      <dgm:spPr/>
    </dgm:pt>
    <dgm:pt modelId="{18DC56CF-2F4A-4A89-AD8F-6098E072CD2F}" type="pres">
      <dgm:prSet presAssocID="{A08B8A6F-56EF-46E1-B05B-C9ED80F2C582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003935-6608-4A3C-9AA7-50105503320E}" type="pres">
      <dgm:prSet presAssocID="{82DF11F1-BD1D-4A19-9D50-3D96DD353A33}" presName="sibTrans" presStyleLbl="sibTrans1D1" presStyleIdx="3" presStyleCnt="6"/>
      <dgm:spPr/>
    </dgm:pt>
    <dgm:pt modelId="{BD22C8DB-0912-48ED-9F1A-ABCA1DCCBFEF}" type="pres">
      <dgm:prSet presAssocID="{82DF11F1-BD1D-4A19-9D50-3D96DD353A33}" presName="connectorText" presStyleLbl="sibTrans1D1" presStyleIdx="3" presStyleCnt="6"/>
      <dgm:spPr/>
    </dgm:pt>
    <dgm:pt modelId="{05F8369B-43C4-4363-B180-DABCB50A9823}" type="pres">
      <dgm:prSet presAssocID="{393202A3-F39D-412B-ACEC-B49172F0F3AA}" presName="node" presStyleLbl="node1" presStyleIdx="4" presStyleCnt="7">
        <dgm:presLayoutVars>
          <dgm:bulletEnabled val="1"/>
        </dgm:presLayoutVars>
      </dgm:prSet>
      <dgm:spPr/>
    </dgm:pt>
    <dgm:pt modelId="{0D5BFD61-EF45-484C-BA1A-1EE4831A4FE1}" type="pres">
      <dgm:prSet presAssocID="{BA321414-097D-4651-BEFC-F796AF675E73}" presName="sibTrans" presStyleLbl="sibTrans1D1" presStyleIdx="4" presStyleCnt="6"/>
      <dgm:spPr/>
    </dgm:pt>
    <dgm:pt modelId="{ACA3D6BA-05D7-47C7-8A2D-7A6AD32D6105}" type="pres">
      <dgm:prSet presAssocID="{BA321414-097D-4651-BEFC-F796AF675E73}" presName="connectorText" presStyleLbl="sibTrans1D1" presStyleIdx="4" presStyleCnt="6"/>
      <dgm:spPr/>
    </dgm:pt>
    <dgm:pt modelId="{37850982-66ED-4812-A6B4-218DF4419E09}" type="pres">
      <dgm:prSet presAssocID="{F94C0E8B-3E03-487F-88C3-0252C460EFF0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FBE939-C4BF-49CF-ADC5-A3405020B949}" type="pres">
      <dgm:prSet presAssocID="{1A0C5BA0-B416-4D26-A730-D55151613B1E}" presName="sibTrans" presStyleLbl="sibTrans1D1" presStyleIdx="5" presStyleCnt="6"/>
      <dgm:spPr/>
    </dgm:pt>
    <dgm:pt modelId="{E82E0356-F86A-4047-9B22-D9B86B7A3E31}" type="pres">
      <dgm:prSet presAssocID="{1A0C5BA0-B416-4D26-A730-D55151613B1E}" presName="connectorText" presStyleLbl="sibTrans1D1" presStyleIdx="5" presStyleCnt="6"/>
      <dgm:spPr/>
    </dgm:pt>
    <dgm:pt modelId="{79DF5B3E-A433-4177-87F7-17CD7E06355F}" type="pres">
      <dgm:prSet presAssocID="{2DCA2C53-DBD3-47A5-9769-1BC0EA6A5A58}" presName="node" presStyleLbl="node1" presStyleIdx="6" presStyleCnt="7">
        <dgm:presLayoutVars>
          <dgm:bulletEnabled val="1"/>
        </dgm:presLayoutVars>
      </dgm:prSet>
      <dgm:spPr/>
    </dgm:pt>
  </dgm:ptLst>
  <dgm:cxnLst>
    <dgm:cxn modelId="{D90098AD-C9E9-40B1-B45D-344A1749E082}" srcId="{82C15843-2A3C-4742-A12D-E4635C338F49}" destId="{5A66D363-5377-4513-8EF6-FD6405EFE7C4}" srcOrd="2" destOrd="0" parTransId="{9DB60769-7BB3-4A37-B3A1-27063E4129DC}" sibTransId="{EB9F5217-9E34-4C67-952F-D28458072A90}"/>
    <dgm:cxn modelId="{F1FCA79A-B6C4-4AE0-B80C-3800AC29BCDC}" srcId="{82C15843-2A3C-4742-A12D-E4635C338F49}" destId="{A08B8A6F-56EF-46E1-B05B-C9ED80F2C582}" srcOrd="3" destOrd="0" parTransId="{501BE151-401A-44D9-9BD2-02458BB84F66}" sibTransId="{82DF11F1-BD1D-4A19-9D50-3D96DD353A33}"/>
    <dgm:cxn modelId="{07B8A0EC-0633-4D7C-8DA9-E2AC9BFE335D}" type="presOf" srcId="{2DCA2C53-DBD3-47A5-9769-1BC0EA6A5A58}" destId="{79DF5B3E-A433-4177-87F7-17CD7E06355F}" srcOrd="0" destOrd="0" presId="urn:microsoft.com/office/officeart/2005/8/layout/bProcess3"/>
    <dgm:cxn modelId="{D19BD301-7F10-4490-A327-E4C544A961C0}" srcId="{82C15843-2A3C-4742-A12D-E4635C338F49}" destId="{2DCA2C53-DBD3-47A5-9769-1BC0EA6A5A58}" srcOrd="6" destOrd="0" parTransId="{C6D177A4-9401-48F5-9DD7-935E49B0B9E0}" sibTransId="{C1085274-3BE1-46C2-8E0D-5E936C9DF154}"/>
    <dgm:cxn modelId="{1D2F7170-EEBB-4BDB-AB71-F55D932A9FF0}" srcId="{82C15843-2A3C-4742-A12D-E4635C338F49}" destId="{F94C0E8B-3E03-487F-88C3-0252C460EFF0}" srcOrd="5" destOrd="0" parTransId="{43CF961A-DA4D-4DBE-878E-9E8412656131}" sibTransId="{1A0C5BA0-B416-4D26-A730-D55151613B1E}"/>
    <dgm:cxn modelId="{DF5ABEC8-0144-4A8C-AC50-A89078BF1DD8}" type="presOf" srcId="{F4BE11D4-0808-4CB8-9159-1C74043938BB}" destId="{9D3EB08C-103F-4221-B5AC-6022BBFEDF8A}" srcOrd="1" destOrd="0" presId="urn:microsoft.com/office/officeart/2005/8/layout/bProcess3"/>
    <dgm:cxn modelId="{23C14680-B396-4737-8236-10B34106B5EF}" type="presOf" srcId="{5B2DFD72-E675-4495-9CE0-EC47BB83CEE7}" destId="{9F0ACF5E-2921-4C7C-AAB4-FBFFA6EA148B}" srcOrd="1" destOrd="0" presId="urn:microsoft.com/office/officeart/2005/8/layout/bProcess3"/>
    <dgm:cxn modelId="{BC85C6E1-9E70-4A08-86A7-CDA9F7CC9C42}" type="presOf" srcId="{F4BE11D4-0808-4CB8-9159-1C74043938BB}" destId="{38ED0191-9D6F-476B-8FB0-E72E214A0ADB}" srcOrd="0" destOrd="0" presId="urn:microsoft.com/office/officeart/2005/8/layout/bProcess3"/>
    <dgm:cxn modelId="{CA710255-38ED-4E10-8108-971A3E09CEC1}" type="presOf" srcId="{82DF11F1-BD1D-4A19-9D50-3D96DD353A33}" destId="{FC003935-6608-4A3C-9AA7-50105503320E}" srcOrd="0" destOrd="0" presId="urn:microsoft.com/office/officeart/2005/8/layout/bProcess3"/>
    <dgm:cxn modelId="{F98D450B-ABDF-45E4-B4DA-DC781425A13E}" type="presOf" srcId="{F94C0E8B-3E03-487F-88C3-0252C460EFF0}" destId="{37850982-66ED-4812-A6B4-218DF4419E09}" srcOrd="0" destOrd="0" presId="urn:microsoft.com/office/officeart/2005/8/layout/bProcess3"/>
    <dgm:cxn modelId="{5A2114AD-BD3B-4FFF-ACAE-EB2554D98550}" type="presOf" srcId="{5B2DFD72-E675-4495-9CE0-EC47BB83CEE7}" destId="{57D05844-7928-4B9B-99DC-E06056D3517F}" srcOrd="0" destOrd="0" presId="urn:microsoft.com/office/officeart/2005/8/layout/bProcess3"/>
    <dgm:cxn modelId="{3A2B59A6-E95C-4C32-9477-355B64462733}" type="presOf" srcId="{EB9F5217-9E34-4C67-952F-D28458072A90}" destId="{DC3AC9C9-225D-4280-9009-626B9C3C184A}" srcOrd="0" destOrd="0" presId="urn:microsoft.com/office/officeart/2005/8/layout/bProcess3"/>
    <dgm:cxn modelId="{0821B7E1-9CE6-4C16-A779-4C130097A1A8}" type="presOf" srcId="{A08B8A6F-56EF-46E1-B05B-C9ED80F2C582}" destId="{18DC56CF-2F4A-4A89-AD8F-6098E072CD2F}" srcOrd="0" destOrd="0" presId="urn:microsoft.com/office/officeart/2005/8/layout/bProcess3"/>
    <dgm:cxn modelId="{6B21F93F-F4CE-46E1-BD8F-001D923B0C50}" type="presOf" srcId="{BA321414-097D-4651-BEFC-F796AF675E73}" destId="{ACA3D6BA-05D7-47C7-8A2D-7A6AD32D6105}" srcOrd="1" destOrd="0" presId="urn:microsoft.com/office/officeart/2005/8/layout/bProcess3"/>
    <dgm:cxn modelId="{B4F66D68-FF5C-4D01-9210-60365C6E3FC5}" type="presOf" srcId="{1A0C5BA0-B416-4D26-A730-D55151613B1E}" destId="{E82E0356-F86A-4047-9B22-D9B86B7A3E31}" srcOrd="1" destOrd="0" presId="urn:microsoft.com/office/officeart/2005/8/layout/bProcess3"/>
    <dgm:cxn modelId="{2B4C653A-FA2C-4830-BE3B-C965B82B77AA}" type="presOf" srcId="{82C15843-2A3C-4742-A12D-E4635C338F49}" destId="{B3A4B640-4A0B-4023-98E7-0044C07D41D9}" srcOrd="0" destOrd="0" presId="urn:microsoft.com/office/officeart/2005/8/layout/bProcess3"/>
    <dgm:cxn modelId="{3FF37770-BB0B-4188-BC20-C3D0A02829A2}" type="presOf" srcId="{82DF11F1-BD1D-4A19-9D50-3D96DD353A33}" destId="{BD22C8DB-0912-48ED-9F1A-ABCA1DCCBFEF}" srcOrd="1" destOrd="0" presId="urn:microsoft.com/office/officeart/2005/8/layout/bProcess3"/>
    <dgm:cxn modelId="{A293E439-2AED-4FC4-AC39-EC2F9971FC6F}" type="presOf" srcId="{CEDFFCDF-789A-4C3C-9FC3-D027485B1BD4}" destId="{98402F84-9A87-4C18-BE37-2F91CCE77451}" srcOrd="0" destOrd="0" presId="urn:microsoft.com/office/officeart/2005/8/layout/bProcess3"/>
    <dgm:cxn modelId="{A19BE8E5-F1D8-4A19-B2CF-FD7602D420C7}" type="presOf" srcId="{BA321414-097D-4651-BEFC-F796AF675E73}" destId="{0D5BFD61-EF45-484C-BA1A-1EE4831A4FE1}" srcOrd="0" destOrd="0" presId="urn:microsoft.com/office/officeart/2005/8/layout/bProcess3"/>
    <dgm:cxn modelId="{7B50BF0F-1953-4688-AD79-BC372FC7D666}" type="presOf" srcId="{393202A3-F39D-412B-ACEC-B49172F0F3AA}" destId="{05F8369B-43C4-4363-B180-DABCB50A9823}" srcOrd="0" destOrd="0" presId="urn:microsoft.com/office/officeart/2005/8/layout/bProcess3"/>
    <dgm:cxn modelId="{0BDEC0A0-A1D5-4B0F-99C2-0652B268B437}" type="presOf" srcId="{B5F39E96-0F61-4C48-B1F9-81DC0D715049}" destId="{8FDA1EDA-4060-4BEC-B856-275BE0A3F230}" srcOrd="0" destOrd="0" presId="urn:microsoft.com/office/officeart/2005/8/layout/bProcess3"/>
    <dgm:cxn modelId="{04420F1F-6006-4A6D-818E-A8380EEB545B}" type="presOf" srcId="{EB9F5217-9E34-4C67-952F-D28458072A90}" destId="{22BEC458-A9EE-4705-B389-5B6E924A712D}" srcOrd="1" destOrd="0" presId="urn:microsoft.com/office/officeart/2005/8/layout/bProcess3"/>
    <dgm:cxn modelId="{601B6BB6-42F9-4AC6-B5C1-B587833C9D13}" type="presOf" srcId="{1A0C5BA0-B416-4D26-A730-D55151613B1E}" destId="{BAFBE939-C4BF-49CF-ADC5-A3405020B949}" srcOrd="0" destOrd="0" presId="urn:microsoft.com/office/officeart/2005/8/layout/bProcess3"/>
    <dgm:cxn modelId="{5F5A1955-2DA2-4400-BE53-2B7081B99A65}" type="presOf" srcId="{5A66D363-5377-4513-8EF6-FD6405EFE7C4}" destId="{69DD1345-ECAC-4390-9F53-51516ED0FA85}" srcOrd="0" destOrd="0" presId="urn:microsoft.com/office/officeart/2005/8/layout/bProcess3"/>
    <dgm:cxn modelId="{65413E43-30D7-4FA8-BF75-D0728AB25AA3}" srcId="{82C15843-2A3C-4742-A12D-E4635C338F49}" destId="{B5F39E96-0F61-4C48-B1F9-81DC0D715049}" srcOrd="1" destOrd="0" parTransId="{0493D86B-120E-4F42-9A90-8A651D07DA44}" sibTransId="{F4BE11D4-0808-4CB8-9159-1C74043938BB}"/>
    <dgm:cxn modelId="{60073515-424A-4891-BA08-0831ABAF7490}" srcId="{82C15843-2A3C-4742-A12D-E4635C338F49}" destId="{CEDFFCDF-789A-4C3C-9FC3-D027485B1BD4}" srcOrd="0" destOrd="0" parTransId="{46B3C642-0628-4401-9739-BEB6CB51B340}" sibTransId="{5B2DFD72-E675-4495-9CE0-EC47BB83CEE7}"/>
    <dgm:cxn modelId="{2A5AFB4C-D8FF-4F79-9BA0-4335E25DB569}" srcId="{82C15843-2A3C-4742-A12D-E4635C338F49}" destId="{393202A3-F39D-412B-ACEC-B49172F0F3AA}" srcOrd="4" destOrd="0" parTransId="{4BCA34D2-BA1B-420B-869F-6419F3BDA8CB}" sibTransId="{BA321414-097D-4651-BEFC-F796AF675E73}"/>
    <dgm:cxn modelId="{ADAEF3D9-C6BC-4839-BF86-97A89C539CB9}" type="presParOf" srcId="{B3A4B640-4A0B-4023-98E7-0044C07D41D9}" destId="{98402F84-9A87-4C18-BE37-2F91CCE77451}" srcOrd="0" destOrd="0" presId="urn:microsoft.com/office/officeart/2005/8/layout/bProcess3"/>
    <dgm:cxn modelId="{B67E4900-BA4E-4A6A-BC9A-A84B934DAC22}" type="presParOf" srcId="{B3A4B640-4A0B-4023-98E7-0044C07D41D9}" destId="{57D05844-7928-4B9B-99DC-E06056D3517F}" srcOrd="1" destOrd="0" presId="urn:microsoft.com/office/officeart/2005/8/layout/bProcess3"/>
    <dgm:cxn modelId="{123BD61B-792C-40C3-A0A4-C1E0BD485B95}" type="presParOf" srcId="{57D05844-7928-4B9B-99DC-E06056D3517F}" destId="{9F0ACF5E-2921-4C7C-AAB4-FBFFA6EA148B}" srcOrd="0" destOrd="0" presId="urn:microsoft.com/office/officeart/2005/8/layout/bProcess3"/>
    <dgm:cxn modelId="{AAEE9702-1206-4CBA-A0DE-8991F3771C10}" type="presParOf" srcId="{B3A4B640-4A0B-4023-98E7-0044C07D41D9}" destId="{8FDA1EDA-4060-4BEC-B856-275BE0A3F230}" srcOrd="2" destOrd="0" presId="urn:microsoft.com/office/officeart/2005/8/layout/bProcess3"/>
    <dgm:cxn modelId="{83590AD8-74BD-4603-9A7F-B4B2DBFC8612}" type="presParOf" srcId="{B3A4B640-4A0B-4023-98E7-0044C07D41D9}" destId="{38ED0191-9D6F-476B-8FB0-E72E214A0ADB}" srcOrd="3" destOrd="0" presId="urn:microsoft.com/office/officeart/2005/8/layout/bProcess3"/>
    <dgm:cxn modelId="{6AA8F558-9FF0-420F-AA2F-F31978B3B06E}" type="presParOf" srcId="{38ED0191-9D6F-476B-8FB0-E72E214A0ADB}" destId="{9D3EB08C-103F-4221-B5AC-6022BBFEDF8A}" srcOrd="0" destOrd="0" presId="urn:microsoft.com/office/officeart/2005/8/layout/bProcess3"/>
    <dgm:cxn modelId="{FD3B146C-340B-4346-B6AA-DE59E417C3D9}" type="presParOf" srcId="{B3A4B640-4A0B-4023-98E7-0044C07D41D9}" destId="{69DD1345-ECAC-4390-9F53-51516ED0FA85}" srcOrd="4" destOrd="0" presId="urn:microsoft.com/office/officeart/2005/8/layout/bProcess3"/>
    <dgm:cxn modelId="{8BB7DA6F-3A07-4788-8CC3-FE45947D9067}" type="presParOf" srcId="{B3A4B640-4A0B-4023-98E7-0044C07D41D9}" destId="{DC3AC9C9-225D-4280-9009-626B9C3C184A}" srcOrd="5" destOrd="0" presId="urn:microsoft.com/office/officeart/2005/8/layout/bProcess3"/>
    <dgm:cxn modelId="{092D0E80-7342-4CE9-9E83-8A85578E8679}" type="presParOf" srcId="{DC3AC9C9-225D-4280-9009-626B9C3C184A}" destId="{22BEC458-A9EE-4705-B389-5B6E924A712D}" srcOrd="0" destOrd="0" presId="urn:microsoft.com/office/officeart/2005/8/layout/bProcess3"/>
    <dgm:cxn modelId="{FE591BCE-B15D-4D0F-8CD2-2B89C9AD1308}" type="presParOf" srcId="{B3A4B640-4A0B-4023-98E7-0044C07D41D9}" destId="{18DC56CF-2F4A-4A89-AD8F-6098E072CD2F}" srcOrd="6" destOrd="0" presId="urn:microsoft.com/office/officeart/2005/8/layout/bProcess3"/>
    <dgm:cxn modelId="{380BB970-A169-4A71-8C41-625D794D24F7}" type="presParOf" srcId="{B3A4B640-4A0B-4023-98E7-0044C07D41D9}" destId="{FC003935-6608-4A3C-9AA7-50105503320E}" srcOrd="7" destOrd="0" presId="urn:microsoft.com/office/officeart/2005/8/layout/bProcess3"/>
    <dgm:cxn modelId="{C527B1BF-18A4-432E-B935-E2385CEAAC3A}" type="presParOf" srcId="{FC003935-6608-4A3C-9AA7-50105503320E}" destId="{BD22C8DB-0912-48ED-9F1A-ABCA1DCCBFEF}" srcOrd="0" destOrd="0" presId="urn:microsoft.com/office/officeart/2005/8/layout/bProcess3"/>
    <dgm:cxn modelId="{D1005E92-C287-4EEB-89CB-5975BE9E9203}" type="presParOf" srcId="{B3A4B640-4A0B-4023-98E7-0044C07D41D9}" destId="{05F8369B-43C4-4363-B180-DABCB50A9823}" srcOrd="8" destOrd="0" presId="urn:microsoft.com/office/officeart/2005/8/layout/bProcess3"/>
    <dgm:cxn modelId="{83CDD06F-FC68-422D-A794-535EF6D95733}" type="presParOf" srcId="{B3A4B640-4A0B-4023-98E7-0044C07D41D9}" destId="{0D5BFD61-EF45-484C-BA1A-1EE4831A4FE1}" srcOrd="9" destOrd="0" presId="urn:microsoft.com/office/officeart/2005/8/layout/bProcess3"/>
    <dgm:cxn modelId="{F8FDCEC9-2A8D-4FA0-A025-F4DD73B0FD68}" type="presParOf" srcId="{0D5BFD61-EF45-484C-BA1A-1EE4831A4FE1}" destId="{ACA3D6BA-05D7-47C7-8A2D-7A6AD32D6105}" srcOrd="0" destOrd="0" presId="urn:microsoft.com/office/officeart/2005/8/layout/bProcess3"/>
    <dgm:cxn modelId="{D051D112-4389-41EB-943A-D73A84AA5F35}" type="presParOf" srcId="{B3A4B640-4A0B-4023-98E7-0044C07D41D9}" destId="{37850982-66ED-4812-A6B4-218DF4419E09}" srcOrd="10" destOrd="0" presId="urn:microsoft.com/office/officeart/2005/8/layout/bProcess3"/>
    <dgm:cxn modelId="{2C95FCB4-DAED-4298-8659-34ECC8E5699A}" type="presParOf" srcId="{B3A4B640-4A0B-4023-98E7-0044C07D41D9}" destId="{BAFBE939-C4BF-49CF-ADC5-A3405020B949}" srcOrd="11" destOrd="0" presId="urn:microsoft.com/office/officeart/2005/8/layout/bProcess3"/>
    <dgm:cxn modelId="{A487BB80-2714-4ED7-8EC6-680573B707F5}" type="presParOf" srcId="{BAFBE939-C4BF-49CF-ADC5-A3405020B949}" destId="{E82E0356-F86A-4047-9B22-D9B86B7A3E31}" srcOrd="0" destOrd="0" presId="urn:microsoft.com/office/officeart/2005/8/layout/bProcess3"/>
    <dgm:cxn modelId="{AAF74842-FD5D-4FDD-9C01-60F72BB1F3DC}" type="presParOf" srcId="{B3A4B640-4A0B-4023-98E7-0044C07D41D9}" destId="{79DF5B3E-A433-4177-87F7-17CD7E06355F}" srcOrd="12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7D05844-7928-4B9B-99DC-E06056D3517F}">
      <dsp:nvSpPr>
        <dsp:cNvPr id="0" name=""/>
        <dsp:cNvSpPr/>
      </dsp:nvSpPr>
      <dsp:spPr>
        <a:xfrm>
          <a:off x="2092725" y="510834"/>
          <a:ext cx="3782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825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2271632" y="554508"/>
        <a:ext cx="20442" cy="4092"/>
      </dsp:txXfrm>
    </dsp:sp>
    <dsp:sp modelId="{98402F84-9A87-4C18-BE37-2F91CCE77451}">
      <dsp:nvSpPr>
        <dsp:cNvPr id="0" name=""/>
        <dsp:cNvSpPr/>
      </dsp:nvSpPr>
      <dsp:spPr>
        <a:xfrm>
          <a:off x="500901" y="79448"/>
          <a:ext cx="1593623" cy="9542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Maestro Peticion Datos Puerto x</a:t>
          </a:r>
          <a:endParaRPr lang="en-US" sz="1400" kern="1200" dirty="0"/>
        </a:p>
      </dsp:txBody>
      <dsp:txXfrm>
        <a:off x="500901" y="79448"/>
        <a:ext cx="1593623" cy="954211"/>
      </dsp:txXfrm>
    </dsp:sp>
    <dsp:sp modelId="{38ED0191-9D6F-476B-8FB0-E72E214A0ADB}">
      <dsp:nvSpPr>
        <dsp:cNvPr id="0" name=""/>
        <dsp:cNvSpPr/>
      </dsp:nvSpPr>
      <dsp:spPr>
        <a:xfrm>
          <a:off x="4195448" y="510834"/>
          <a:ext cx="3782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825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4374356" y="554508"/>
        <a:ext cx="20442" cy="4092"/>
      </dsp:txXfrm>
    </dsp:sp>
    <dsp:sp modelId="{8FDA1EDA-4060-4BEC-B856-275BE0A3F230}">
      <dsp:nvSpPr>
        <dsp:cNvPr id="0" name=""/>
        <dsp:cNvSpPr/>
      </dsp:nvSpPr>
      <dsp:spPr>
        <a:xfrm>
          <a:off x="2503383" y="2654"/>
          <a:ext cx="1693864" cy="1107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Board </a:t>
          </a:r>
          <a:r>
            <a:rPr lang="en-US" sz="1400" kern="1200" dirty="0" err="1" smtClean="0"/>
            <a:t>Responde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si</a:t>
          </a:r>
          <a:r>
            <a:rPr lang="en-US" sz="1400" kern="1200" dirty="0" smtClean="0"/>
            <a:t>  </a:t>
          </a:r>
          <a:r>
            <a:rPr lang="en-US" sz="1400" kern="1200" dirty="0" err="1" smtClean="0"/>
            <a:t>tiene</a:t>
          </a:r>
          <a:r>
            <a:rPr lang="en-US" sz="1400" kern="1200" dirty="0" smtClean="0"/>
            <a:t> o no </a:t>
          </a:r>
          <a:r>
            <a:rPr lang="en-US" sz="1400" kern="1200" dirty="0" err="1" smtClean="0"/>
            <a:t>tiene</a:t>
          </a:r>
          <a:r>
            <a:rPr lang="en-US" sz="1400" kern="1200" dirty="0" smtClean="0"/>
            <a:t> Datos</a:t>
          </a:r>
          <a:endParaRPr lang="en-US" sz="1400" kern="1200" dirty="0"/>
        </a:p>
      </dsp:txBody>
      <dsp:txXfrm>
        <a:off x="2503383" y="2654"/>
        <a:ext cx="1693864" cy="1107800"/>
      </dsp:txXfrm>
    </dsp:sp>
    <dsp:sp modelId="{DC3AC9C9-225D-4280-9009-626B9C3C184A}">
      <dsp:nvSpPr>
        <dsp:cNvPr id="0" name=""/>
        <dsp:cNvSpPr/>
      </dsp:nvSpPr>
      <dsp:spPr>
        <a:xfrm>
          <a:off x="1389724" y="1088047"/>
          <a:ext cx="4105205" cy="398864"/>
        </a:xfrm>
        <a:custGeom>
          <a:avLst/>
          <a:gdLst/>
          <a:ahLst/>
          <a:cxnLst/>
          <a:rect l="0" t="0" r="0" b="0"/>
          <a:pathLst>
            <a:path>
              <a:moveTo>
                <a:pt x="4105205" y="0"/>
              </a:moveTo>
              <a:lnTo>
                <a:pt x="4105205" y="216532"/>
              </a:lnTo>
              <a:lnTo>
                <a:pt x="0" y="216532"/>
              </a:lnTo>
              <a:lnTo>
                <a:pt x="0" y="398864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3339136" y="1285434"/>
        <a:ext cx="206380" cy="4092"/>
      </dsp:txXfrm>
    </dsp:sp>
    <dsp:sp modelId="{69DD1345-ECAC-4390-9F53-51516ED0FA85}">
      <dsp:nvSpPr>
        <dsp:cNvPr id="0" name=""/>
        <dsp:cNvSpPr/>
      </dsp:nvSpPr>
      <dsp:spPr>
        <a:xfrm>
          <a:off x="4606106" y="23260"/>
          <a:ext cx="1777645" cy="10665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En </a:t>
          </a:r>
          <a:r>
            <a:rPr lang="en-US" sz="1400" kern="1200" dirty="0" err="1" smtClean="0"/>
            <a:t>caso</a:t>
          </a:r>
          <a:r>
            <a:rPr lang="en-US" sz="1400" kern="1200" dirty="0" smtClean="0"/>
            <a:t> de </a:t>
          </a:r>
          <a:r>
            <a:rPr lang="en-US" sz="1400" kern="1200" dirty="0" err="1" smtClean="0"/>
            <a:t>tener</a:t>
          </a:r>
          <a:r>
            <a:rPr lang="en-US" sz="1400" kern="1200" dirty="0" smtClean="0"/>
            <a:t> Datos se deben </a:t>
          </a:r>
          <a:r>
            <a:rPr lang="en-US" sz="1400" kern="1200" dirty="0" err="1" smtClean="0"/>
            <a:t>hacer</a:t>
          </a:r>
          <a:r>
            <a:rPr lang="en-US" sz="1400" kern="1200" dirty="0" smtClean="0"/>
            <a:t> 2 solicitudes datos</a:t>
          </a:r>
          <a:endParaRPr lang="en-US" sz="1400" kern="1200" dirty="0"/>
        </a:p>
      </dsp:txBody>
      <dsp:txXfrm>
        <a:off x="4606106" y="23260"/>
        <a:ext cx="1777645" cy="1066587"/>
      </dsp:txXfrm>
    </dsp:sp>
    <dsp:sp modelId="{FC003935-6608-4A3C-9AA7-50105503320E}">
      <dsp:nvSpPr>
        <dsp:cNvPr id="0" name=""/>
        <dsp:cNvSpPr/>
      </dsp:nvSpPr>
      <dsp:spPr>
        <a:xfrm>
          <a:off x="2276746" y="2006886"/>
          <a:ext cx="3782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825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2455654" y="2050560"/>
        <a:ext cx="20442" cy="4092"/>
      </dsp:txXfrm>
    </dsp:sp>
    <dsp:sp modelId="{18DC56CF-2F4A-4A89-AD8F-6098E072CD2F}">
      <dsp:nvSpPr>
        <dsp:cNvPr id="0" name=""/>
        <dsp:cNvSpPr/>
      </dsp:nvSpPr>
      <dsp:spPr>
        <a:xfrm>
          <a:off x="500901" y="1519312"/>
          <a:ext cx="1777645" cy="10665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Maestro Se </a:t>
          </a:r>
          <a:r>
            <a:rPr lang="en-US" sz="1400" kern="1200" dirty="0" err="1" smtClean="0"/>
            <a:t>pide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Alistar</a:t>
          </a:r>
          <a:r>
            <a:rPr lang="en-US" sz="1400" kern="1200" dirty="0" smtClean="0"/>
            <a:t> Datos del Puerto X </a:t>
          </a:r>
          <a:endParaRPr lang="en-US" sz="1400" kern="1200" dirty="0"/>
        </a:p>
      </dsp:txBody>
      <dsp:txXfrm>
        <a:off x="500901" y="1519312"/>
        <a:ext cx="1777645" cy="1066587"/>
      </dsp:txXfrm>
    </dsp:sp>
    <dsp:sp modelId="{0D5BFD61-EF45-484C-BA1A-1EE4831A4FE1}">
      <dsp:nvSpPr>
        <dsp:cNvPr id="0" name=""/>
        <dsp:cNvSpPr/>
      </dsp:nvSpPr>
      <dsp:spPr>
        <a:xfrm>
          <a:off x="4463250" y="2006886"/>
          <a:ext cx="3782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825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4642158" y="2050560"/>
        <a:ext cx="20442" cy="4092"/>
      </dsp:txXfrm>
    </dsp:sp>
    <dsp:sp modelId="{05F8369B-43C4-4363-B180-DABCB50A9823}">
      <dsp:nvSpPr>
        <dsp:cNvPr id="0" name=""/>
        <dsp:cNvSpPr/>
      </dsp:nvSpPr>
      <dsp:spPr>
        <a:xfrm>
          <a:off x="2687405" y="1519312"/>
          <a:ext cx="1777645" cy="10665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Board </a:t>
          </a:r>
          <a:r>
            <a:rPr lang="en-US" sz="1400" kern="1200" dirty="0" err="1" smtClean="0"/>
            <a:t>Responde</a:t>
          </a:r>
          <a:r>
            <a:rPr lang="en-US" sz="1400" kern="1200" dirty="0" smtClean="0"/>
            <a:t> con No de Datos a </a:t>
          </a:r>
          <a:r>
            <a:rPr lang="en-US" sz="1400" kern="1200" dirty="0" err="1" smtClean="0"/>
            <a:t>enviar</a:t>
          </a:r>
          <a:r>
            <a:rPr lang="en-US" sz="1400" kern="1200" dirty="0" smtClean="0"/>
            <a:t>.</a:t>
          </a:r>
          <a:endParaRPr lang="en-US" sz="1400" kern="1200" dirty="0"/>
        </a:p>
      </dsp:txBody>
      <dsp:txXfrm>
        <a:off x="2687405" y="1519312"/>
        <a:ext cx="1777645" cy="1066587"/>
      </dsp:txXfrm>
    </dsp:sp>
    <dsp:sp modelId="{BAFBE939-C4BF-49CF-ADC5-A3405020B949}">
      <dsp:nvSpPr>
        <dsp:cNvPr id="0" name=""/>
        <dsp:cNvSpPr/>
      </dsp:nvSpPr>
      <dsp:spPr>
        <a:xfrm>
          <a:off x="1389724" y="2584100"/>
          <a:ext cx="4373007" cy="378258"/>
        </a:xfrm>
        <a:custGeom>
          <a:avLst/>
          <a:gdLst/>
          <a:ahLst/>
          <a:cxnLst/>
          <a:rect l="0" t="0" r="0" b="0"/>
          <a:pathLst>
            <a:path>
              <a:moveTo>
                <a:pt x="4373007" y="0"/>
              </a:moveTo>
              <a:lnTo>
                <a:pt x="4373007" y="206229"/>
              </a:lnTo>
              <a:lnTo>
                <a:pt x="0" y="206229"/>
              </a:lnTo>
              <a:lnTo>
                <a:pt x="0" y="378258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3466426" y="2771182"/>
        <a:ext cx="219603" cy="4092"/>
      </dsp:txXfrm>
    </dsp:sp>
    <dsp:sp modelId="{37850982-66ED-4812-A6B4-218DF4419E09}">
      <dsp:nvSpPr>
        <dsp:cNvPr id="0" name=""/>
        <dsp:cNvSpPr/>
      </dsp:nvSpPr>
      <dsp:spPr>
        <a:xfrm>
          <a:off x="4873909" y="1519312"/>
          <a:ext cx="1777645" cy="10665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Maestro </a:t>
          </a:r>
          <a:r>
            <a:rPr lang="en-US" sz="1400" kern="1200" dirty="0" err="1" smtClean="0"/>
            <a:t>pide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enviar</a:t>
          </a:r>
          <a:r>
            <a:rPr lang="en-US" sz="1400" kern="1200" dirty="0" smtClean="0"/>
            <a:t> datos</a:t>
          </a:r>
          <a:endParaRPr lang="en-US" sz="1400" kern="1200" dirty="0"/>
        </a:p>
      </dsp:txBody>
      <dsp:txXfrm>
        <a:off x="4873909" y="1519312"/>
        <a:ext cx="1777645" cy="1066587"/>
      </dsp:txXfrm>
    </dsp:sp>
    <dsp:sp modelId="{79DF5B3E-A433-4177-87F7-17CD7E06355F}">
      <dsp:nvSpPr>
        <dsp:cNvPr id="0" name=""/>
        <dsp:cNvSpPr/>
      </dsp:nvSpPr>
      <dsp:spPr>
        <a:xfrm>
          <a:off x="500901" y="2994758"/>
          <a:ext cx="1777645" cy="10665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Board </a:t>
          </a:r>
          <a:r>
            <a:rPr lang="en-US" sz="1400" kern="1200" dirty="0" err="1" smtClean="0"/>
            <a:t>Envia</a:t>
          </a:r>
          <a:r>
            <a:rPr lang="en-US" sz="1400" kern="1200" dirty="0" smtClean="0"/>
            <a:t> Datos</a:t>
          </a:r>
          <a:endParaRPr lang="en-US" sz="1400" kern="1200" dirty="0"/>
        </a:p>
      </dsp:txBody>
      <dsp:txXfrm>
        <a:off x="500901" y="2994758"/>
        <a:ext cx="1777645" cy="10665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789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09600" y="1600200"/>
            <a:ext cx="4802188" cy="14700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s-ES" altLang="zh-CN" smtClean="0"/>
              <a:t>Haga clic para modificar el estilo de título del patrón</a:t>
            </a:r>
            <a:endParaRPr lang="zh-CN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84213" y="2743200"/>
            <a:ext cx="6400800" cy="457200"/>
          </a:xfrm>
        </p:spPr>
        <p:txBody>
          <a:bodyPr/>
          <a:lstStyle>
            <a:lvl1pPr marL="0" indent="0">
              <a:buFont typeface="Arial" pitchFamily="34" charset="0"/>
              <a:buNone/>
              <a:defRPr sz="2000">
                <a:solidFill>
                  <a:schemeClr val="bg1"/>
                </a:solidFill>
                <a:ea typeface="Microsoft YaHei" pitchFamily="34" charset="-122"/>
              </a:defRPr>
            </a:lvl1pPr>
          </a:lstStyle>
          <a:p>
            <a:r>
              <a:rPr lang="es-ES" altLang="zh-CN" smtClean="0"/>
              <a:t>Haga clic para modificar el estilo de subtítulo del patrón</a:t>
            </a:r>
            <a:endParaRPr lang="zh-CN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455613"/>
            <a:ext cx="2057400" cy="567055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455613"/>
            <a:ext cx="6019800" cy="56705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14928F-75D2-4C46-926C-1296B53C3983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FC91B1-A82F-42ED-9EE1-DCE9E83BB141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886DE8-B3CB-4AFA-913F-1DC737B0FF3C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481E28-79F1-429F-928B-E98224CBD20D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4D58BF-99E4-4F93-A500-D8157E05129B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B3AF29-86A3-4D62-BA5D-37E2E7DCF46A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A8D0F2-3279-48AF-886B-73FA19B73205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28DEAA-7891-41B2-AC24-E88E7A913B7D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4ECC5B-EEDE-4D62-B11F-6BEF2B389B52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426221-EAFA-412C-B423-DD76F8522963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AC0DA0-E2AE-4F4A-9027-AEE6D17088BF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54800" y="642938"/>
            <a:ext cx="2082800" cy="54832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06400" y="642938"/>
            <a:ext cx="6096000" cy="54832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8AD1625-635B-47CD-9299-019F7A9E8DD7}" type="datetimeFigureOut">
              <a:rPr lang="zh-CN" altLang="es-CO"/>
              <a:pPr/>
              <a:t>2017/6/8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72C927-53E3-41ED-B877-FB39CE983B73}" type="slidenum">
              <a:rPr lang="zh-CN" alt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42F3140-FBB5-4263-A670-547E36C71C6C}" type="datetimeFigureOut">
              <a:rPr lang="zh-CN" altLang="es-CO"/>
              <a:pPr/>
              <a:t>2017/6/8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0B8486-CA35-4C62-B1EE-9A3E025FCCBD}" type="slidenum">
              <a:rPr lang="zh-CN" alt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40CFCA-4533-4AF7-BFEC-94890BE78459}" type="datetimeFigureOut">
              <a:rPr lang="zh-CN" altLang="es-CO"/>
              <a:pPr/>
              <a:t>2017/6/8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3478B6-FAFB-478F-8459-EA47BB1EC191}" type="slidenum">
              <a:rPr lang="zh-CN" alt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00050" y="1600200"/>
            <a:ext cx="40957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957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89A1377-45A7-444F-911D-DAD399F374C2}" type="datetimeFigureOut">
              <a:rPr lang="zh-CN" altLang="es-CO"/>
              <a:pPr/>
              <a:t>2017/6/8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05211-84EA-411E-B265-485ACF396DCB}" type="slidenum">
              <a:rPr lang="zh-CN" alt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4003BC1-D7BA-40F2-9820-A80EA4FF36D7}" type="datetimeFigureOut">
              <a:rPr lang="zh-CN" altLang="es-CO"/>
              <a:pPr/>
              <a:t>2017/6/8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3BC667-A74D-452F-AD9D-F364EA59B921}" type="slidenum">
              <a:rPr lang="zh-CN" alt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703034-8A31-45EB-89A8-0F1D98D35792}" type="datetimeFigureOut">
              <a:rPr lang="zh-CN" altLang="es-CO"/>
              <a:pPr/>
              <a:t>2017/6/8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6406F7-F8F4-4BD0-9901-B49BCD4F053E}" type="slidenum">
              <a:rPr lang="zh-CN" alt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1C0275C-67CE-46CF-8C65-C00DEA04BE49}" type="datetimeFigureOut">
              <a:rPr lang="zh-CN" altLang="es-CO"/>
              <a:pPr/>
              <a:t>2017/6/8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68C81E-90D1-46D4-98C2-2B0B47681B15}" type="slidenum">
              <a:rPr lang="zh-CN" alt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1441F0F-61F4-4C66-BC3C-DBFDA4269BCD}" type="datetimeFigureOut">
              <a:rPr lang="zh-CN" altLang="es-CO"/>
              <a:pPr/>
              <a:t>2017/6/8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39A465-C7F6-4D22-8D3E-18867A657E96}" type="slidenum">
              <a:rPr lang="zh-CN" alt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A39203B-574E-4920-9F9B-95AD4D572735}" type="datetimeFigureOut">
              <a:rPr lang="zh-CN" altLang="es-CO"/>
              <a:pPr/>
              <a:t>2017/6/8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89AE69-AD38-4B83-802D-D83D5BC18D62}" type="slidenum">
              <a:rPr lang="zh-CN" alt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D989149-AE06-43EA-9A9A-411B89841BFA}" type="datetimeFigureOut">
              <a:rPr lang="zh-CN" altLang="es-CO"/>
              <a:pPr/>
              <a:t>2017/6/8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29C30D-A4C8-4DB6-A88A-CC8BDEDE602A}" type="slidenum">
              <a:rPr lang="zh-CN" alt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57975" y="642938"/>
            <a:ext cx="2085975" cy="54832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00050" y="642938"/>
            <a:ext cx="6105525" cy="54832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FF782D1-43EF-4009-A409-0A4ECDAD95EC}" type="datetimeFigureOut">
              <a:rPr lang="zh-CN" altLang="es-CO"/>
              <a:pPr/>
              <a:t>2017/6/8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62A91A-AE06-4B02-997C-296C1E685EAA}" type="slidenum">
              <a:rPr lang="zh-CN" alt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03AAC2-9F7B-41B0-800B-4BA6C59D5C22}" type="datetimeFigureOut">
              <a:rPr lang="zh-CN" altLang="es-CO"/>
              <a:pPr/>
              <a:t>2017/6/8</a:t>
            </a:fld>
            <a:endParaRPr lang="es-CO" altLang="zh-C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176079-3068-4A40-9A40-090748607171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89D813F-4283-43D9-B09B-C63EE379625D}" type="datetimeFigureOut">
              <a:rPr lang="zh-CN" altLang="es-CO"/>
              <a:pPr/>
              <a:t>2017/6/8</a:t>
            </a:fld>
            <a:endParaRPr lang="es-CO" altLang="zh-C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351D0F-C939-4557-B227-6D835FBEFBA0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89546-7042-42A0-B5CE-B4BF3F2670BB}" type="datetimeFigureOut">
              <a:rPr lang="zh-CN" altLang="es-CO"/>
              <a:pPr/>
              <a:t>2017/6/8</a:t>
            </a:fld>
            <a:endParaRPr lang="es-CO" altLang="zh-C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84B525-6C35-4A7E-BA5D-CAC44533D8BA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3891F7-BF03-4E5C-B734-25C618EB70CF}" type="datetimeFigureOut">
              <a:rPr lang="zh-CN" altLang="es-CO"/>
              <a:pPr/>
              <a:t>2017/6/8</a:t>
            </a:fld>
            <a:endParaRPr lang="es-CO" altLang="zh-CN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E9015F-2A93-445E-8322-6B24F4160052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810D7D2-EC19-4258-AEAF-484CA3CE4BDD}" type="datetimeFigureOut">
              <a:rPr lang="zh-CN" altLang="es-CO"/>
              <a:pPr/>
              <a:t>2017/6/8</a:t>
            </a:fld>
            <a:endParaRPr lang="es-CO" altLang="zh-CN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0C03C5-4250-409E-97BB-1F55DFBC8A55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27A777-459E-42F9-B833-517984B1FF63}" type="datetimeFigureOut">
              <a:rPr lang="zh-CN" altLang="es-CO"/>
              <a:pPr/>
              <a:t>2017/6/8</a:t>
            </a:fld>
            <a:endParaRPr lang="es-CO" altLang="zh-CN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48ADA1-8336-4EA7-B86F-E2EA4BFC378F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49BAA16-D47D-4EE1-AA3B-8CA75B19400D}" type="datetimeFigureOut">
              <a:rPr lang="zh-CN" altLang="es-CO"/>
              <a:pPr/>
              <a:t>2017/6/8</a:t>
            </a:fld>
            <a:endParaRPr lang="es-CO" altLang="zh-CN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D17FF3-2534-4A6C-B301-A28E0E9EBD26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945E5A-745B-4B79-BEDF-3AB42C6BE50A}" type="datetimeFigureOut">
              <a:rPr lang="zh-CN" altLang="es-CO"/>
              <a:pPr/>
              <a:t>2017/6/8</a:t>
            </a:fld>
            <a:endParaRPr lang="es-CO" altLang="zh-CN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8F284-D18B-449C-B320-0E3CAEED85E2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1FC3BC7-E7A4-4F9C-B491-76884BB0A608}" type="datetimeFigureOut">
              <a:rPr lang="zh-CN" altLang="es-CO"/>
              <a:pPr/>
              <a:t>2017/6/8</a:t>
            </a:fld>
            <a:endParaRPr lang="es-CO" altLang="zh-CN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03C373-58DC-4220-8C1C-A2D02759E209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7B9938-1882-444B-B080-1AB014A94D0C}" type="datetimeFigureOut">
              <a:rPr lang="zh-CN" altLang="es-CO"/>
              <a:pPr/>
              <a:t>2017/6/8</a:t>
            </a:fld>
            <a:endParaRPr lang="es-CO" altLang="zh-C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6D0B29-E6C9-4EE8-8428-745CD2E464D2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0F3E1D-9137-4263-A339-B332DA916527}" type="datetimeFigureOut">
              <a:rPr lang="zh-CN" altLang="es-CO"/>
              <a:pPr/>
              <a:t>2017/6/8</a:t>
            </a:fld>
            <a:endParaRPr lang="es-CO" altLang="zh-C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B095C2-EA3A-4B7B-ACF8-F0318047C5C3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0" y="1371600"/>
            <a:ext cx="3200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352800" y="1371600"/>
            <a:ext cx="3200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5829300" y="0"/>
            <a:ext cx="1943100" cy="54864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5676900" cy="54864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5150A1-6504-444E-A480-DA4FA3D1453E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E988EC-7C57-43E0-BF3F-1D77F98B6ECC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CE542E-B68D-4287-BE7C-5B22C42CF068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0" y="1371600"/>
            <a:ext cx="3200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352800" y="1371600"/>
            <a:ext cx="3200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86D38B-B0BF-4D13-B933-E230612ED06D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18FFF-DB31-43C6-86A0-05B18BCBB7AD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B7987A-FCCD-402A-B5FD-BEBCCA9E4296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A6D1F2-3739-414B-8A0A-FDF6D76E9FEE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1E61BE-EED3-4446-A48A-6553889F33F7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AD8230-67B0-47D4-A3E3-C18CEAEC0707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B7AA9-0670-4217-B1F8-4CF4E9443376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5829300" y="0"/>
            <a:ext cx="1943100" cy="54864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5676900" cy="54864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DF385C-259C-4CDC-A1AE-8CBA60000118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7711574-3E8D-4C6D-B087-5AF899CF4677}" type="datetimeFigureOut">
              <a:rPr lang="en-US"/>
              <a:pPr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3CE580-3F84-4850-855F-2E3BC888179E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51A74F2-2E39-43A5-97BA-07CD4DE7E0DF}" type="datetimeFigureOut">
              <a:rPr lang="en-US"/>
              <a:pPr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7C46F7-6828-4FF5-9E0E-D98CFFD7FEDC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AF089CD-BFAB-4818-BCEB-D80E824050B3}" type="datetimeFigureOut">
              <a:rPr lang="en-US"/>
              <a:pPr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3310DE-6885-4C49-9318-D3B68F5DC1B8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1392BC6-8BE8-438B-8A76-F983F56224EC}" type="datetimeFigureOut">
              <a:rPr lang="en-US"/>
              <a:pPr/>
              <a:t>6/8/2017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C4B187-EC33-4D64-9EAC-12BE014BCD1C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37B7AB8-DD67-44D3-BFD6-E9EEFD3FCC69}" type="datetimeFigureOut">
              <a:rPr lang="en-US"/>
              <a:pPr/>
              <a:t>6/8/2017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4375BC-9D13-4E93-B56B-E6EF7B76E12B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C94963-AFF9-4F92-85F8-09B3B5770FEC}" type="datetimeFigureOut">
              <a:rPr lang="en-US"/>
              <a:pPr/>
              <a:t>6/8/2017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4DC813-E145-48C5-A543-83EF226AF813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267D55C-07D0-4C4F-A59B-050D3CEF7CB7}" type="datetimeFigureOut">
              <a:rPr lang="en-US"/>
              <a:pPr/>
              <a:t>6/8/2017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7BEBBD-F8E1-4E18-8AA9-9C4A38CBD870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B8C058B-821A-4EE9-A5E1-2D13C0AF7E79}" type="datetimeFigureOut">
              <a:rPr lang="en-US"/>
              <a:pPr/>
              <a:t>6/8/2017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FE9FE0-B0D2-4612-B018-882C295A1258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D9AF90-0439-4DC3-AD13-0062545970D1}" type="datetimeFigureOut">
              <a:rPr lang="en-US"/>
              <a:pPr/>
              <a:t>6/8/2017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CB9205-6D04-42AC-9F94-B9D6CB91F5DD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0519456-8B8A-404F-AE13-EE444CB4DC95}" type="datetimeFigureOut">
              <a:rPr lang="en-US"/>
              <a:pPr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6341E5-2794-4345-AA09-C5B6ADB7CEEB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D993E4-3778-4A1F-8DA8-051DB97392A0}" type="datetimeFigureOut">
              <a:rPr lang="en-US"/>
              <a:pPr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7D3421-B42F-450E-914A-1CAE518D52C2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789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09600" y="1600200"/>
            <a:ext cx="4802188" cy="14700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s-ES" altLang="zh-CN" smtClean="0"/>
              <a:t>Haga clic para modificar el estilo de título del patrón</a:t>
            </a:r>
            <a:endParaRPr lang="zh-CN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84213" y="2743200"/>
            <a:ext cx="6400800" cy="457200"/>
          </a:xfrm>
        </p:spPr>
        <p:txBody>
          <a:bodyPr/>
          <a:lstStyle>
            <a:lvl1pPr marL="0" indent="0">
              <a:buFont typeface="Arial" pitchFamily="34" charset="0"/>
              <a:buNone/>
              <a:defRPr sz="2000">
                <a:solidFill>
                  <a:schemeClr val="bg1"/>
                </a:solidFill>
                <a:ea typeface="Microsoft YaHei" pitchFamily="34" charset="-122"/>
              </a:defRPr>
            </a:lvl1pPr>
          </a:lstStyle>
          <a:p>
            <a:r>
              <a:rPr lang="es-ES" altLang="zh-CN" smtClean="0"/>
              <a:t>Haga clic para modificar el estilo de subtítulo del patrón</a:t>
            </a:r>
            <a:endParaRPr lang="zh-CN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455613"/>
            <a:ext cx="2057400" cy="567055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455613"/>
            <a:ext cx="6019800" cy="56705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353506-3EB5-4D75-A812-5D51356828DE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C3EDB-B9D0-4B79-9597-3E12AC505FD4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04A976-33D0-467F-8456-19D9A071DD2A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0E8840-E97D-4799-8949-0A2D94BC1373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05A028-B354-4923-BF07-DD25B24A189B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8B15C3-A3C8-492D-B900-58170E89AB1A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26BD35-5BD5-445C-A9A0-07684ED27786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33D7D8-7FAD-4B19-992A-AFF91D3553AC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41C308-4467-4731-BC85-B5D54C559B87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83C23C-FAC7-4AF6-B1EC-2E98020B0039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CO" altLang="zh-C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F99D9B-904F-4AD2-A32B-E5CCBF1F37C8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990600" y="2606675"/>
            <a:ext cx="3581400" cy="38703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724400" y="2606675"/>
            <a:ext cx="3581400" cy="38703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77050" y="838200"/>
            <a:ext cx="1962150" cy="56388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90600" y="838200"/>
            <a:ext cx="5734050" cy="56388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990600" y="2606675"/>
            <a:ext cx="3581400" cy="38703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724400" y="2606675"/>
            <a:ext cx="3581400" cy="38703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77050" y="838200"/>
            <a:ext cx="1962150" cy="56388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90600" y="838200"/>
            <a:ext cx="5734050" cy="56388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CDEFB1-FDAB-4F7F-BE2B-C546D076A1E6}" type="datetimeFigureOut">
              <a:rPr lang="en-US"/>
              <a:pPr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B2AD37-2436-4721-82FF-AE5525C3B3DD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53068EB-38B7-4217-9630-FA78D13E4C64}" type="datetimeFigureOut">
              <a:rPr lang="en-US"/>
              <a:pPr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4CAFF9-8298-4E98-89E0-2160EC040CB4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6CEDEA2-C68F-45EE-87E0-CCC00FFE26A9}" type="datetimeFigureOut">
              <a:rPr lang="en-US"/>
              <a:pPr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4269DB-0C22-4D7D-8511-54CFEC7FCFA6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C6CFB6-767B-494D-B34A-B1DE960679E6}" type="datetimeFigureOut">
              <a:rPr lang="en-US"/>
              <a:pPr/>
              <a:t>6/8/2017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5DDFD3-7FDD-4FC1-BB3D-DC369A39C85E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57593E8-3C23-4A28-A31E-40EB7B0CC9F2}" type="datetimeFigureOut">
              <a:rPr lang="en-US"/>
              <a:pPr/>
              <a:t>6/8/2017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C28489-0799-40D5-9855-C3234A1E8FBE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A52B512-AC0A-4107-9953-FB91F67465A4}" type="datetimeFigureOut">
              <a:rPr lang="en-US"/>
              <a:pPr/>
              <a:t>6/8/2017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47B02C-32A9-415B-B662-625E5A22E0DA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B0D8E29-BE8A-453E-A4D9-73B3632F46B5}" type="datetimeFigureOut">
              <a:rPr lang="en-US"/>
              <a:pPr/>
              <a:t>6/8/2017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7EF8AC-3EED-4639-B2AC-1719F183EC9E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EBADD2-E412-45B7-8609-702906158605}" type="datetimeFigureOut">
              <a:rPr lang="en-US"/>
              <a:pPr/>
              <a:t>6/8/2017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41B12A-E934-4343-99BA-AA7A514FC79C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236DDB1-9F98-471D-9BD9-A47F6CD8BC6E}" type="datetimeFigureOut">
              <a:rPr lang="en-US"/>
              <a:pPr/>
              <a:t>6/8/2017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AEC813-3062-4514-95C7-204D5D06561C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DB5D2CC-4D39-49A4-B45A-0F822B1BDE0D}" type="datetimeFigureOut">
              <a:rPr lang="en-US"/>
              <a:pPr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EDD6C7-07AD-480A-BF0B-2B09124D65CB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F86F2D-F886-4E94-B596-F7E9A72A2B8A}" type="datetimeFigureOut">
              <a:rPr lang="en-US"/>
              <a:pPr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B73E00-4CCC-43F4-B3AD-AA568F85EBE0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Triángulo rectángulo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grpSp>
        <p:nvGrpSpPr>
          <p:cNvPr id="2" name="1 Grupo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6 Forma libre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7 Forma libre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10 Forma libre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11 Conector recto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699CB88-5E1A-4FAC-892A-60949ACB1F6F}" type="datetimeFigureOut">
              <a:rPr lang="en-US" smtClean="0"/>
              <a:pPr/>
              <a:t>6/8/2017</a:t>
            </a:fld>
            <a:endParaRPr lang="en-US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kumimoji="0" lang="en-US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1974DF9-AD47-4691-BA21-BBFCE3637A9A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99CB88-5E1A-4FAC-892A-60949ACB1F6F}" type="datetimeFigureOut">
              <a:rPr lang="en-US" smtClean="0"/>
              <a:pPr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1974DF9-AD47-4691-BA21-BBFCE3637A9A}" type="slidenum">
              <a:rPr kumimoji="0" lang="en-US" smtClean="0"/>
              <a:pPr/>
              <a:t>‹Nº›</a:t>
            </a:fld>
            <a:endParaRPr kumimoji="0" lang="en-US"/>
          </a:p>
        </p:txBody>
      </p:sp>
      <p:sp>
        <p:nvSpPr>
          <p:cNvPr id="7" name="6 Cheurón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7 Cheurón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1392BC6-8BE8-438B-8A76-F983F56224EC}" type="datetimeFigureOut">
              <a:rPr lang="en-US" smtClean="0"/>
              <a:pPr/>
              <a:t>6/8/2017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AC4B187-EC33-4D64-9EAC-12BE014BCD1C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7 Título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37B7AB8-DD67-44D3-BFD6-E9EEFD3FCC69}" type="datetimeFigureOut">
              <a:rPr lang="en-US" smtClean="0"/>
              <a:pPr/>
              <a:t>6/8/2017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44375BC-9D13-4E93-B56B-E6EF7B76E1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5 Título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267D55C-07D0-4C4F-A59B-050D3CEF7CB7}" type="datetimeFigureOut">
              <a:rPr lang="en-US" smtClean="0"/>
              <a:pPr/>
              <a:t>6/8/2017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37BEBBD-F8E1-4E18-8AA9-9C4A38CBD870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6B8C058B-821A-4EE9-A5E1-2D13C0AF7E79}" type="datetimeFigureOut">
              <a:rPr lang="en-US" smtClean="0"/>
              <a:pPr/>
              <a:t>6/8/2017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FE9FE0-B0D2-4612-B018-882C295A1258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AD9AF90-0439-4DC3-AD13-0062545970D1}" type="datetimeFigureOut">
              <a:rPr lang="en-US" smtClean="0"/>
              <a:pPr/>
              <a:t>6/8/2017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9CB9205-6D04-42AC-9F94-B9D6CB91F5D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8 Forma libre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9 Triángulo rectángulo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10 Conector recto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11 Cheurón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12 Cheurón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0519456-8B8A-404F-AE13-EE444CB4DC95}" type="datetimeFigureOut">
              <a:rPr lang="en-US" smtClean="0"/>
              <a:pPr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6341E5-2794-4345-AA09-C5B6ADB7CEE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D993E4-3778-4A1F-8DA8-051DB97392A0}" type="datetimeFigureOut">
              <a:rPr lang="en-US" smtClean="0"/>
              <a:pPr/>
              <a:t>6/8/2017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57D3421-B42F-450E-914A-1CAE518D52C2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84A7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725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45561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>
                <a:sym typeface="Arial" pitchFamily="34" charset="0"/>
              </a:rPr>
              <a:t>单击此处编辑母版标题样式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>
                <a:sym typeface="Arial" pitchFamily="34" charset="0"/>
              </a:rPr>
              <a:t>单击此处编辑母版文本样式</a:t>
            </a:r>
          </a:p>
          <a:p>
            <a:pPr lvl="1"/>
            <a:r>
              <a:rPr lang="zh-CN" smtClean="0">
                <a:sym typeface="Arial" pitchFamily="34" charset="0"/>
              </a:rPr>
              <a:t>第二级</a:t>
            </a:r>
          </a:p>
          <a:p>
            <a:pPr lvl="2"/>
            <a:r>
              <a:rPr lang="zh-CN" smtClean="0">
                <a:sym typeface="Arial" pitchFamily="34" charset="0"/>
              </a:rPr>
              <a:t>第三级</a:t>
            </a:r>
          </a:p>
          <a:p>
            <a:pPr lvl="3"/>
            <a:r>
              <a:rPr lang="zh-CN" smtClean="0">
                <a:sym typeface="Arial" pitchFamily="34" charset="0"/>
              </a:rPr>
              <a:t>第四级</a:t>
            </a:r>
          </a:p>
          <a:p>
            <a:pPr lvl="4"/>
            <a:r>
              <a:rPr lang="zh-CN" smtClean="0">
                <a:sym typeface="Arial" pitchFamily="34" charset="0"/>
              </a:rPr>
              <a:t>第五级</a:t>
            </a: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ym typeface="Arial" pitchFamily="34" charset="0"/>
              </a:defRPr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ym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103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ym typeface="Arial" pitchFamily="34" charset="0"/>
              </a:defRPr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  <a:sym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  <a:ea typeface="Microsoft YaHei" pitchFamily="34" charset="-122"/>
          <a:sym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  <a:ea typeface="Microsoft YaHei" pitchFamily="34" charset="-122"/>
          <a:sym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  <a:ea typeface="Microsoft YaHei" pitchFamily="34" charset="-122"/>
          <a:sym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  <a:ea typeface="Microsoft YaHei" pitchFamily="34" charset="-122"/>
          <a:sym typeface="Arial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  <a:ea typeface="Microsoft YaHei" pitchFamily="34" charset="-122"/>
          <a:sym typeface="Arial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  <a:ea typeface="Microsoft YaHei" pitchFamily="34" charset="-122"/>
          <a:sym typeface="Arial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  <a:ea typeface="Microsoft YaHei" pitchFamily="34" charset="-122"/>
          <a:sym typeface="Arial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  <a:ea typeface="Microsoft YaHei" pitchFamily="34" charset="-122"/>
          <a:sym typeface="Arial" pitchFamily="34" charset="0"/>
        </a:defRPr>
      </a:lvl9pPr>
    </p:titleStyle>
    <p:bodyStyle>
      <a:lvl1pPr marL="342900" indent="-34290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1pPr>
      <a:lvl2pPr marL="742950" indent="-28575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>
          <a:solidFill>
            <a:schemeClr val="tx1"/>
          </a:solidFill>
          <a:latin typeface="+mn-lt"/>
          <a:cs typeface="+mn-cs"/>
          <a:sym typeface="Arial" pitchFamily="34" charset="0"/>
        </a:defRPr>
      </a:lvl2pPr>
      <a:lvl3pPr marL="1143000" indent="-22860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cs typeface="+mn-cs"/>
          <a:sym typeface="Arial" pitchFamily="34" charset="0"/>
        </a:defRPr>
      </a:lvl3pPr>
      <a:lvl4pPr marL="1600200" indent="-22860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>
          <a:solidFill>
            <a:schemeClr val="tx1"/>
          </a:solidFill>
          <a:latin typeface="+mn-lt"/>
          <a:cs typeface="+mn-cs"/>
          <a:sym typeface="Arial" pitchFamily="34" charset="0"/>
        </a:defRPr>
      </a:lvl4pPr>
      <a:lvl5pPr marL="2057400" indent="-22860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  <a:cs typeface="+mn-cs"/>
          <a:sym typeface="Arial" pitchFamily="34" charset="0"/>
        </a:defRPr>
      </a:lvl5pPr>
      <a:lvl6pPr marL="2514600" indent="-22860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  <a:cs typeface="+mn-cs"/>
          <a:sym typeface="Arial" pitchFamily="34" charset="0"/>
        </a:defRPr>
      </a:lvl6pPr>
      <a:lvl7pPr marL="2971800" indent="-22860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  <a:cs typeface="+mn-cs"/>
          <a:sym typeface="Arial" pitchFamily="34" charset="0"/>
        </a:defRPr>
      </a:lvl7pPr>
      <a:lvl8pPr marL="3429000" indent="-22860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  <a:cs typeface="+mn-cs"/>
          <a:sym typeface="Arial" pitchFamily="34" charset="0"/>
        </a:defRPr>
      </a:lvl8pPr>
      <a:lvl9pPr marL="3886200" indent="-22860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  <a:cs typeface="+mn-cs"/>
          <a:sym typeface="Arial" pitchFamily="34" charset="0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84A7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单击此处编辑母版文本样式</a:t>
            </a:r>
          </a:p>
          <a:p>
            <a:pPr lvl="1"/>
            <a:r>
              <a:rPr lang="zh-CN" smtClean="0"/>
              <a:t>第二级</a:t>
            </a:r>
          </a:p>
          <a:p>
            <a:pPr lvl="2"/>
            <a:r>
              <a:rPr lang="zh-CN" smtClean="0"/>
              <a:t>第三级</a:t>
            </a:r>
          </a:p>
          <a:p>
            <a:pPr lvl="3"/>
            <a:r>
              <a:rPr lang="zh-CN" smtClean="0"/>
              <a:t>第四级</a:t>
            </a:r>
          </a:p>
          <a:p>
            <a:pPr lvl="4"/>
            <a:r>
              <a:rPr lang="zh-CN" smtClean="0"/>
              <a:t>第五级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CO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CO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8381F95-2F28-4EC5-8AA4-D2FCCA10EE63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84A7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Documents and Settings\鱼不愚\桌面\图片2.png"/>
          <p:cNvPicPr>
            <a:picLocks noChangeAspect="1" noChangeArrowheads="1"/>
          </p:cNvPicPr>
          <p:nvPr/>
        </p:nvPicPr>
        <p:blipFill>
          <a:blip r:embed="rId13" cstate="print"/>
          <a:srcRect l="52" t="69" r="69" b="9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TextBox 7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334125" y="5522913"/>
            <a:ext cx="2260600" cy="43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2" descr="C:\Documents and Settings\鱼不愚\桌面\图片1.png"/>
          <p:cNvPicPr>
            <a:picLocks noChangeAspect="1" noChangeArrowheads="1"/>
          </p:cNvPicPr>
          <p:nvPr/>
        </p:nvPicPr>
        <p:blipFill>
          <a:blip r:embed="rId15" cstate="print"/>
          <a:srcRect l="52" t="69" r="69" b="9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3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642938"/>
            <a:ext cx="8331200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单击此处编辑母版标题样式</a:t>
            </a:r>
          </a:p>
        </p:txBody>
      </p:sp>
      <p:sp>
        <p:nvSpPr>
          <p:cNvPr id="205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205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205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17375E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17375E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17375E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17375E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17375E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17375E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17375E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17375E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17375E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Calibri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Calibri" pitchFamily="34" charset="0"/>
        <a:buChar char="–"/>
        <a:defRPr sz="2800">
          <a:solidFill>
            <a:schemeClr val="tx1"/>
          </a:solidFill>
          <a:latin typeface="Microsoft YaHei" pitchFamily="34" charset="-122"/>
          <a:ea typeface="宋体" pitchFamily="2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Calibri" pitchFamily="34" charset="0"/>
        <a:buChar char="•"/>
        <a:defRPr sz="2400">
          <a:solidFill>
            <a:schemeClr val="tx1"/>
          </a:solidFill>
          <a:latin typeface="Microsoft YaHei" pitchFamily="34" charset="-122"/>
          <a:ea typeface="宋体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Calibri" pitchFamily="34" charset="0"/>
        <a:buChar char="–"/>
        <a:defRPr sz="2000">
          <a:solidFill>
            <a:schemeClr val="tx1"/>
          </a:solidFill>
          <a:latin typeface="Microsoft YaHei" pitchFamily="34" charset="-122"/>
          <a:ea typeface="宋体" pitchFamily="2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Calibri" pitchFamily="34" charset="0"/>
        <a:buChar char="»"/>
        <a:defRPr sz="2000">
          <a:solidFill>
            <a:schemeClr val="tx1"/>
          </a:solidFill>
          <a:latin typeface="Microsoft YaHei" pitchFamily="34" charset="-122"/>
          <a:ea typeface="宋体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Calibri" pitchFamily="34" charset="0"/>
        <a:buChar char="»"/>
        <a:defRPr sz="2000">
          <a:solidFill>
            <a:schemeClr val="tx1"/>
          </a:solidFill>
          <a:latin typeface="Microsoft YaHei" pitchFamily="34" charset="-122"/>
          <a:ea typeface="宋体" pitchFamily="2" charset="-122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Calibri" pitchFamily="34" charset="0"/>
        <a:buChar char="»"/>
        <a:defRPr sz="2000">
          <a:solidFill>
            <a:schemeClr val="tx1"/>
          </a:solidFill>
          <a:latin typeface="Microsoft YaHei" pitchFamily="34" charset="-122"/>
          <a:ea typeface="宋体" pitchFamily="2" charset="-122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Calibri" pitchFamily="34" charset="0"/>
        <a:buChar char="»"/>
        <a:defRPr sz="2000">
          <a:solidFill>
            <a:schemeClr val="tx1"/>
          </a:solidFill>
          <a:latin typeface="Microsoft YaHei" pitchFamily="34" charset="-122"/>
          <a:ea typeface="宋体" pitchFamily="2" charset="-122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Calibri" pitchFamily="34" charset="0"/>
        <a:buChar char="»"/>
        <a:defRPr sz="2000">
          <a:solidFill>
            <a:schemeClr val="tx1"/>
          </a:solidFill>
          <a:latin typeface="Microsoft YaHei" pitchFamily="34" charset="-122"/>
          <a:ea typeface="宋体" pitchFamily="2" charset="-122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84A7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Documents and Settings\鱼不愚\桌面\图片2.png"/>
          <p:cNvPicPr>
            <a:picLocks noChangeAspect="1" noChangeArrowheads="1"/>
          </p:cNvPicPr>
          <p:nvPr/>
        </p:nvPicPr>
        <p:blipFill>
          <a:blip r:embed="rId13" cstate="print"/>
          <a:srcRect l="52" t="69" r="69" b="9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642938"/>
            <a:ext cx="8331200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单击此处编辑母版标题样式</a:t>
            </a:r>
          </a:p>
        </p:txBody>
      </p:sp>
      <p:sp>
        <p:nvSpPr>
          <p:cNvPr id="1028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0050" y="1600200"/>
            <a:ext cx="83439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单击此处编辑母版文本样式</a:t>
            </a:r>
          </a:p>
        </p:txBody>
      </p:sp>
      <p:sp>
        <p:nvSpPr>
          <p:cNvPr id="1029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E4DA3B9-0B5D-487A-9600-9EE5C096FBEE}" type="datetimeFigureOut">
              <a:rPr lang="zh-CN" altLang="es-CO"/>
              <a:pPr/>
              <a:t>2017/6/8</a:t>
            </a:fld>
            <a:endParaRPr lang="en-US"/>
          </a:p>
        </p:txBody>
      </p:sp>
      <p:sp>
        <p:nvSpPr>
          <p:cNvPr id="1030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1031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EC11A510-DECC-4A2B-8EEE-436646BF88D4}" type="slidenum">
              <a:rPr lang="zh-CN" alt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17375E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17375E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17375E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17375E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17375E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17375E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17375E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17375E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17375E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Calibri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Calibri" pitchFamily="34" charset="0"/>
        <a:buChar char="–"/>
        <a:defRPr sz="2800">
          <a:solidFill>
            <a:schemeClr val="tx1"/>
          </a:solidFill>
          <a:latin typeface="Microsoft YaHei" pitchFamily="34" charset="-122"/>
          <a:ea typeface="宋体" pitchFamily="2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Calibri" pitchFamily="34" charset="0"/>
        <a:buChar char="•"/>
        <a:defRPr sz="2400">
          <a:solidFill>
            <a:schemeClr val="tx1"/>
          </a:solidFill>
          <a:latin typeface="Microsoft YaHei" pitchFamily="34" charset="-122"/>
          <a:ea typeface="宋体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Calibri" pitchFamily="34" charset="0"/>
        <a:buChar char="–"/>
        <a:defRPr sz="2000">
          <a:solidFill>
            <a:schemeClr val="tx1"/>
          </a:solidFill>
          <a:latin typeface="Microsoft YaHei" pitchFamily="34" charset="-122"/>
          <a:ea typeface="宋体" pitchFamily="2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Calibri" pitchFamily="34" charset="0"/>
        <a:buChar char="»"/>
        <a:defRPr sz="2000">
          <a:solidFill>
            <a:schemeClr val="tx1"/>
          </a:solidFill>
          <a:latin typeface="Microsoft YaHei" pitchFamily="34" charset="-122"/>
          <a:ea typeface="宋体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Calibri" pitchFamily="34" charset="0"/>
        <a:buChar char="»"/>
        <a:defRPr sz="2000">
          <a:solidFill>
            <a:schemeClr val="tx1"/>
          </a:solidFill>
          <a:latin typeface="Microsoft YaHei" pitchFamily="34" charset="-122"/>
          <a:ea typeface="宋体" pitchFamily="2" charset="-122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Calibri" pitchFamily="34" charset="0"/>
        <a:buChar char="»"/>
        <a:defRPr sz="2000">
          <a:solidFill>
            <a:schemeClr val="tx1"/>
          </a:solidFill>
          <a:latin typeface="Microsoft YaHei" pitchFamily="34" charset="-122"/>
          <a:ea typeface="宋体" pitchFamily="2" charset="-122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Calibri" pitchFamily="34" charset="0"/>
        <a:buChar char="»"/>
        <a:defRPr sz="2000">
          <a:solidFill>
            <a:schemeClr val="tx1"/>
          </a:solidFill>
          <a:latin typeface="Microsoft YaHei" pitchFamily="34" charset="-122"/>
          <a:ea typeface="宋体" pitchFamily="2" charset="-122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Calibri" pitchFamily="34" charset="0"/>
        <a:buChar char="»"/>
        <a:defRPr sz="2000">
          <a:solidFill>
            <a:schemeClr val="tx1"/>
          </a:solidFill>
          <a:latin typeface="Microsoft YaHei" pitchFamily="34" charset="-122"/>
          <a:ea typeface="宋体" pitchFamily="2" charset="-122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84A7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单击此处编辑母版文本样式</a:t>
            </a:r>
          </a:p>
          <a:p>
            <a:pPr lvl="1"/>
            <a:r>
              <a:rPr lang="zh-CN" smtClean="0"/>
              <a:t>第二级</a:t>
            </a:r>
          </a:p>
          <a:p>
            <a:pPr lvl="2"/>
            <a:r>
              <a:rPr lang="zh-CN" smtClean="0"/>
              <a:t>第三级</a:t>
            </a:r>
          </a:p>
          <a:p>
            <a:pPr lvl="3"/>
            <a:r>
              <a:rPr lang="zh-CN" smtClean="0"/>
              <a:t>第四级</a:t>
            </a:r>
          </a:p>
          <a:p>
            <a:pPr lvl="4"/>
            <a:r>
              <a:rPr lang="zh-CN" smtClean="0"/>
              <a:t>第五级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/>
            </a:lvl1pPr>
          </a:lstStyle>
          <a:p>
            <a:fld id="{0E9A4103-59C8-4896-9069-33CAE63F0EA0}" type="datetimeFigureOut">
              <a:rPr lang="zh-CN" altLang="es-CO"/>
              <a:pPr/>
              <a:t>2017/6/8</a:t>
            </a:fld>
            <a:endParaRPr lang="es-CO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/>
            </a:lvl1pPr>
          </a:lstStyle>
          <a:p>
            <a:endParaRPr lang="es-CO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fld id="{5CEB772C-DFEF-46A5-8161-E27FA3545D8B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84A7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  <a:endParaRPr lang="en-US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371600"/>
            <a:ext cx="655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84A7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  <a:endParaRPr 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371600"/>
            <a:ext cx="655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fld id="{16803E9D-A9C5-40B8-944E-BB3940F45A24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84A7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单击此处编辑母版文本样式</a:t>
            </a:r>
          </a:p>
          <a:p>
            <a:pPr lvl="1"/>
            <a:r>
              <a:rPr lang="en-US" smtClean="0"/>
              <a:t>第二级</a:t>
            </a:r>
          </a:p>
          <a:p>
            <a:pPr lvl="2"/>
            <a:r>
              <a:rPr lang="en-US" smtClean="0"/>
              <a:t>第三级</a:t>
            </a:r>
          </a:p>
          <a:p>
            <a:pPr lvl="3"/>
            <a:r>
              <a:rPr lang="en-US" smtClean="0"/>
              <a:t>第四级</a:t>
            </a:r>
          </a:p>
          <a:p>
            <a:pPr lvl="4"/>
            <a:r>
              <a:rPr lang="en-US" smtClean="0"/>
              <a:t>第五级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/>
            </a:lvl1pPr>
          </a:lstStyle>
          <a:p>
            <a:fld id="{635D5A65-26DC-48DA-84AA-E6512484002D}" type="datetimeFigureOut">
              <a:rPr lang="en-US"/>
              <a:pPr/>
              <a:t>6/8/2017</a:t>
            </a:fld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/>
            </a:lvl1pPr>
          </a:lstStyle>
          <a:p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fld id="{886BB6A3-ECE4-4604-80B5-2E8623242E60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84A7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725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45561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>
                <a:sym typeface="Arial" pitchFamily="34" charset="0"/>
              </a:rPr>
              <a:t>单击此处编辑母版标题样式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>
                <a:sym typeface="Arial" pitchFamily="34" charset="0"/>
              </a:rPr>
              <a:t>单击此处编辑母版文本样式</a:t>
            </a:r>
          </a:p>
          <a:p>
            <a:pPr lvl="1"/>
            <a:r>
              <a:rPr lang="zh-CN" smtClean="0">
                <a:sym typeface="Arial" pitchFamily="34" charset="0"/>
              </a:rPr>
              <a:t>第二级</a:t>
            </a:r>
          </a:p>
          <a:p>
            <a:pPr lvl="2"/>
            <a:r>
              <a:rPr lang="zh-CN" smtClean="0">
                <a:sym typeface="Arial" pitchFamily="34" charset="0"/>
              </a:rPr>
              <a:t>第三级</a:t>
            </a:r>
          </a:p>
          <a:p>
            <a:pPr lvl="3"/>
            <a:r>
              <a:rPr lang="zh-CN" smtClean="0">
                <a:sym typeface="Arial" pitchFamily="34" charset="0"/>
              </a:rPr>
              <a:t>第四级</a:t>
            </a:r>
          </a:p>
          <a:p>
            <a:pPr lvl="4"/>
            <a:r>
              <a:rPr lang="zh-CN" smtClean="0">
                <a:sym typeface="Arial" pitchFamily="34" charset="0"/>
              </a:rPr>
              <a:t>第五级</a:t>
            </a: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ym typeface="Arial" pitchFamily="34" charset="0"/>
              </a:defRPr>
            </a:lvl1pPr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ym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103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ym typeface="Arial" pitchFamily="34" charset="0"/>
              </a:defRPr>
            </a:lvl1pPr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  <a:sym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  <a:ea typeface="Microsoft YaHei" pitchFamily="34" charset="-122"/>
          <a:sym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  <a:ea typeface="Microsoft YaHei" pitchFamily="34" charset="-122"/>
          <a:sym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  <a:ea typeface="Microsoft YaHei" pitchFamily="34" charset="-122"/>
          <a:sym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  <a:ea typeface="Microsoft YaHei" pitchFamily="34" charset="-122"/>
          <a:sym typeface="Arial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  <a:ea typeface="Microsoft YaHei" pitchFamily="34" charset="-122"/>
          <a:sym typeface="Arial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  <a:ea typeface="Microsoft YaHei" pitchFamily="34" charset="-122"/>
          <a:sym typeface="Arial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  <a:ea typeface="Microsoft YaHei" pitchFamily="34" charset="-122"/>
          <a:sym typeface="Arial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  <a:ea typeface="Microsoft YaHei" pitchFamily="34" charset="-122"/>
          <a:sym typeface="Arial" pitchFamily="34" charset="0"/>
        </a:defRPr>
      </a:lvl9pPr>
    </p:titleStyle>
    <p:bodyStyle>
      <a:lvl1pPr marL="342900" indent="-34290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1pPr>
      <a:lvl2pPr marL="742950" indent="-28575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>
          <a:solidFill>
            <a:schemeClr val="tx1"/>
          </a:solidFill>
          <a:latin typeface="+mn-lt"/>
          <a:cs typeface="+mn-cs"/>
          <a:sym typeface="Arial" pitchFamily="34" charset="0"/>
        </a:defRPr>
      </a:lvl2pPr>
      <a:lvl3pPr marL="1143000" indent="-22860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cs typeface="+mn-cs"/>
          <a:sym typeface="Arial" pitchFamily="34" charset="0"/>
        </a:defRPr>
      </a:lvl3pPr>
      <a:lvl4pPr marL="1600200" indent="-22860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>
          <a:solidFill>
            <a:schemeClr val="tx1"/>
          </a:solidFill>
          <a:latin typeface="+mn-lt"/>
          <a:cs typeface="+mn-cs"/>
          <a:sym typeface="Arial" pitchFamily="34" charset="0"/>
        </a:defRPr>
      </a:lvl4pPr>
      <a:lvl5pPr marL="2057400" indent="-22860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  <a:cs typeface="+mn-cs"/>
          <a:sym typeface="Arial" pitchFamily="34" charset="0"/>
        </a:defRPr>
      </a:lvl5pPr>
      <a:lvl6pPr marL="2514600" indent="-22860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  <a:cs typeface="+mn-cs"/>
          <a:sym typeface="Arial" pitchFamily="34" charset="0"/>
        </a:defRPr>
      </a:lvl6pPr>
      <a:lvl7pPr marL="2971800" indent="-22860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  <a:cs typeface="+mn-cs"/>
          <a:sym typeface="Arial" pitchFamily="34" charset="0"/>
        </a:defRPr>
      </a:lvl7pPr>
      <a:lvl8pPr marL="3429000" indent="-22860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  <a:cs typeface="+mn-cs"/>
          <a:sym typeface="Arial" pitchFamily="34" charset="0"/>
        </a:defRPr>
      </a:lvl8pPr>
      <a:lvl9pPr marL="3886200" indent="-22860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  <a:cs typeface="+mn-cs"/>
          <a:sym typeface="Arial" pitchFamily="34" charset="0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84A7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单击此处编辑母版文本样式</a:t>
            </a:r>
          </a:p>
          <a:p>
            <a:pPr lvl="1"/>
            <a:r>
              <a:rPr lang="zh-CN" smtClean="0"/>
              <a:t>第二级</a:t>
            </a:r>
          </a:p>
          <a:p>
            <a:pPr lvl="2"/>
            <a:r>
              <a:rPr lang="zh-CN" smtClean="0"/>
              <a:t>第三级</a:t>
            </a:r>
          </a:p>
          <a:p>
            <a:pPr lvl="3"/>
            <a:r>
              <a:rPr lang="zh-CN" smtClean="0"/>
              <a:t>第四级</a:t>
            </a:r>
          </a:p>
          <a:p>
            <a:pPr lvl="4"/>
            <a:r>
              <a:rPr lang="zh-CN" smtClean="0"/>
              <a:t>第五级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CO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CO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32B681E-4E5F-4EE1-A667-20000A6F4B0F}" type="slidenum">
              <a:rPr lang="es-CO" altLang="zh-CN"/>
              <a:pPr/>
              <a:t>‹Nº›</a:t>
            </a:fld>
            <a:endParaRPr lang="es-CO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84A7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838200"/>
            <a:ext cx="7315200" cy="71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  <a:endParaRPr lang="en-US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2606675"/>
            <a:ext cx="7315200" cy="387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84A7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838200"/>
            <a:ext cx="7315200" cy="71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  <a:endParaRPr 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2606675"/>
            <a:ext cx="7315200" cy="387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84A7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单击此处编辑母版文本样式</a:t>
            </a:r>
          </a:p>
          <a:p>
            <a:pPr lvl="1"/>
            <a:r>
              <a:rPr lang="en-US" smtClean="0"/>
              <a:t>第二级</a:t>
            </a:r>
          </a:p>
          <a:p>
            <a:pPr lvl="2"/>
            <a:r>
              <a:rPr lang="en-US" smtClean="0"/>
              <a:t>第三级</a:t>
            </a:r>
          </a:p>
          <a:p>
            <a:pPr lvl="3"/>
            <a:r>
              <a:rPr lang="en-US" smtClean="0"/>
              <a:t>第四级</a:t>
            </a:r>
          </a:p>
          <a:p>
            <a:pPr lvl="4"/>
            <a:r>
              <a:rPr lang="en-US" smtClean="0"/>
              <a:t>第五级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/>
            </a:lvl1pPr>
          </a:lstStyle>
          <a:p>
            <a:fld id="{BB56E72D-C389-4E4D-A7C7-99DB1A7B82D9}" type="datetimeFigureOut">
              <a:rPr lang="en-US"/>
              <a:pPr/>
              <a:t>6/8/2017</a:t>
            </a:fld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/>
            </a:lvl1pPr>
          </a:lstStyle>
          <a:p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fld id="{A5E189A4-F9C3-4EC1-B094-0C75290CA730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Forma libre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11 Forma libre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13 Triángulo rectángulo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14 Conector recto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9994E369-CA43-4538-8AC2-E80190497977}" type="datetimeFigureOut">
              <a:rPr lang="en-US" smtClean="0"/>
              <a:t>6/8/2017</a:t>
            </a:fld>
            <a:endParaRPr lang="en-US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84275B59-23D4-48AC-AF0D-2BE874513D51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libaba.com/product-detail/WDI1000-2d-1d-qr-barcode-scanner_60480020160.html" TargetMode="External"/><Relationship Id="rId1" Type="http://schemas.openxmlformats.org/officeDocument/2006/relationships/slideLayout" Target="../slideLayouts/slideLayout14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Proyecto</a:t>
            </a:r>
            <a:r>
              <a:rPr lang="en-US" dirty="0" smtClean="0"/>
              <a:t> </a:t>
            </a:r>
            <a:r>
              <a:rPr lang="en-US" dirty="0" err="1" smtClean="0"/>
              <a:t>Piratas</a:t>
            </a:r>
            <a:endParaRPr lang="en-U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8 </a:t>
            </a:r>
            <a:r>
              <a:rPr lang="en-US" dirty="0" err="1" smtClean="0"/>
              <a:t>Junio</a:t>
            </a:r>
            <a:r>
              <a:rPr lang="en-US" dirty="0" smtClean="0"/>
              <a:t> 2017</a:t>
            </a:r>
          </a:p>
          <a:p>
            <a:r>
              <a:rPr lang="en-US" dirty="0" smtClean="0"/>
              <a:t>Leonardo Contreras</a:t>
            </a:r>
          </a:p>
          <a:p>
            <a:r>
              <a:rPr lang="en-US" dirty="0" smtClean="0"/>
              <a:t>Andres Vargas</a:t>
            </a:r>
          </a:p>
          <a:p>
            <a:r>
              <a:rPr lang="en-US" dirty="0" smtClean="0"/>
              <a:t>Cesar </a:t>
            </a:r>
            <a:r>
              <a:rPr lang="en-US" dirty="0" err="1" smtClean="0"/>
              <a:t>Pantoja</a:t>
            </a:r>
            <a:endParaRPr 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Interface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permita</a:t>
            </a:r>
            <a:r>
              <a:rPr lang="en-US" dirty="0" smtClean="0"/>
              <a:t> </a:t>
            </a:r>
            <a:r>
              <a:rPr lang="en-US" dirty="0" err="1" smtClean="0"/>
              <a:t>recibir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2 </a:t>
            </a:r>
            <a:r>
              <a:rPr lang="en-US" dirty="0" err="1" smtClean="0"/>
              <a:t>tipos</a:t>
            </a:r>
            <a:r>
              <a:rPr lang="en-US" dirty="0" smtClean="0"/>
              <a:t> id en </a:t>
            </a:r>
            <a:r>
              <a:rPr lang="en-US" dirty="0" err="1" smtClean="0"/>
              <a:t>simultanea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Tipos</a:t>
            </a:r>
            <a:r>
              <a:rPr lang="en-US" dirty="0" smtClean="0"/>
              <a:t> id</a:t>
            </a:r>
          </a:p>
          <a:p>
            <a:pPr lvl="2"/>
            <a:r>
              <a:rPr lang="en-US" dirty="0" err="1" smtClean="0"/>
              <a:t>iButton</a:t>
            </a:r>
            <a:r>
              <a:rPr lang="en-US" dirty="0" smtClean="0"/>
              <a:t> Maxim</a:t>
            </a:r>
          </a:p>
          <a:p>
            <a:pPr lvl="2"/>
            <a:r>
              <a:rPr lang="en-US" dirty="0" smtClean="0"/>
              <a:t>Tag Texas</a:t>
            </a:r>
          </a:p>
          <a:p>
            <a:pPr lvl="2"/>
            <a:r>
              <a:rPr lang="en-US" dirty="0" err="1" smtClean="0"/>
              <a:t>Codigo</a:t>
            </a:r>
            <a:endParaRPr lang="en-US" dirty="0" smtClean="0"/>
          </a:p>
          <a:p>
            <a:pPr lvl="3"/>
            <a:r>
              <a:rPr lang="en-US" dirty="0" smtClean="0"/>
              <a:t>QR</a:t>
            </a:r>
          </a:p>
          <a:p>
            <a:pPr lvl="3"/>
            <a:r>
              <a:rPr lang="en-US" dirty="0" smtClean="0"/>
              <a:t>PDF147</a:t>
            </a:r>
          </a:p>
          <a:p>
            <a:pPr lvl="3"/>
            <a:r>
              <a:rPr lang="en-US" dirty="0" smtClean="0"/>
              <a:t>EAN128</a:t>
            </a:r>
          </a:p>
          <a:p>
            <a:pPr lvl="2"/>
            <a:r>
              <a:rPr lang="en-US" dirty="0" smtClean="0"/>
              <a:t>Banda </a:t>
            </a:r>
            <a:r>
              <a:rPr lang="en-US" dirty="0" err="1" smtClean="0"/>
              <a:t>Magnetica</a:t>
            </a:r>
            <a:endParaRPr lang="en-US" dirty="0" smtClean="0"/>
          </a:p>
          <a:p>
            <a:pPr lvl="2"/>
            <a:r>
              <a:rPr lang="en-US" dirty="0" smtClean="0"/>
              <a:t>NFC</a:t>
            </a:r>
          </a:p>
          <a:p>
            <a:pPr lvl="2"/>
            <a:r>
              <a:rPr lang="en-US" dirty="0" err="1" smtClean="0"/>
              <a:t>Teclado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explorar</a:t>
            </a:r>
            <a:endParaRPr lang="en-US" dirty="0" smtClean="0"/>
          </a:p>
          <a:p>
            <a:pPr lvl="1"/>
            <a:r>
              <a:rPr lang="en-US" dirty="0" err="1" smtClean="0"/>
              <a:t>Compatibilidad</a:t>
            </a:r>
            <a:r>
              <a:rPr lang="en-US" dirty="0" smtClean="0"/>
              <a:t> con</a:t>
            </a:r>
          </a:p>
          <a:p>
            <a:pPr lvl="2"/>
            <a:r>
              <a:rPr lang="en-US" dirty="0" smtClean="0"/>
              <a:t>MUX NSX</a:t>
            </a:r>
          </a:p>
          <a:p>
            <a:pPr lvl="2"/>
            <a:r>
              <a:rPr lang="en-US" dirty="0" smtClean="0"/>
              <a:t>MUX </a:t>
            </a:r>
            <a:r>
              <a:rPr lang="en-US" dirty="0" err="1" smtClean="0"/>
              <a:t>Genesys</a:t>
            </a:r>
            <a:endParaRPr lang="en-US" dirty="0" smtClean="0"/>
          </a:p>
          <a:p>
            <a:pPr lvl="2"/>
            <a:r>
              <a:rPr lang="en-US" dirty="0" smtClean="0"/>
              <a:t>Board 2017</a:t>
            </a:r>
          </a:p>
          <a:p>
            <a:pPr lvl="3"/>
            <a:endParaRPr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Requerimientos</a:t>
            </a:r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Utiliza</a:t>
            </a:r>
            <a:r>
              <a:rPr lang="en-US" dirty="0" smtClean="0"/>
              <a:t> 2 pines</a:t>
            </a:r>
          </a:p>
          <a:p>
            <a:pPr lvl="1"/>
            <a:r>
              <a:rPr lang="en-US" dirty="0" smtClean="0"/>
              <a:t>datos</a:t>
            </a:r>
          </a:p>
          <a:p>
            <a:pPr lvl="1"/>
            <a:r>
              <a:rPr lang="en-US" dirty="0" err="1" smtClean="0"/>
              <a:t>Gnd</a:t>
            </a:r>
            <a:endParaRPr lang="en-US" dirty="0" smtClean="0"/>
          </a:p>
          <a:p>
            <a:r>
              <a:rPr lang="en-US" dirty="0" smtClean="0"/>
              <a:t>Leer id</a:t>
            </a:r>
          </a:p>
          <a:p>
            <a:r>
              <a:rPr lang="en-US" dirty="0" err="1" smtClean="0"/>
              <a:t>Tipos</a:t>
            </a:r>
            <a:r>
              <a:rPr lang="en-US" dirty="0" smtClean="0"/>
              <a:t> de boton</a:t>
            </a:r>
          </a:p>
          <a:p>
            <a:pPr lvl="1"/>
            <a:r>
              <a:rPr lang="en-US" dirty="0" smtClean="0"/>
              <a:t>DS1991</a:t>
            </a:r>
          </a:p>
          <a:p>
            <a:pPr lvl="1"/>
            <a:r>
              <a:rPr lang="en-US" dirty="0" smtClean="0"/>
              <a:t>DS1993</a:t>
            </a:r>
          </a:p>
          <a:p>
            <a:r>
              <a:rPr lang="en-US" dirty="0" smtClean="0"/>
              <a:t>Lector </a:t>
            </a:r>
            <a:endParaRPr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Protocolo</a:t>
            </a:r>
            <a:r>
              <a:rPr lang="en-US" dirty="0" smtClean="0"/>
              <a:t> 1 Wire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Microreader </a:t>
            </a:r>
            <a:r>
              <a:rPr lang="en-US" dirty="0" err="1" smtClean="0"/>
              <a:t>Tx</a:t>
            </a:r>
            <a:endParaRPr lang="en-US" dirty="0" smtClean="0"/>
          </a:p>
          <a:p>
            <a:pPr lvl="1"/>
            <a:r>
              <a:rPr lang="en-US" dirty="0" smtClean="0"/>
              <a:t>RI-STU-MRD1</a:t>
            </a:r>
          </a:p>
          <a:p>
            <a:pPr lvl="1"/>
            <a:r>
              <a:rPr lang="en-US" dirty="0" smtClean="0"/>
              <a:t>433 MHz</a:t>
            </a:r>
          </a:p>
          <a:p>
            <a:pPr lvl="1"/>
            <a:r>
              <a:rPr lang="en-US" dirty="0" err="1" smtClean="0"/>
              <a:t>Bobina</a:t>
            </a:r>
            <a:r>
              <a:rPr lang="en-US" dirty="0" smtClean="0"/>
              <a:t>  17 </a:t>
            </a:r>
            <a:r>
              <a:rPr lang="en-US" dirty="0" err="1" smtClean="0"/>
              <a:t>uH</a:t>
            </a:r>
            <a:endParaRPr lang="en-US" dirty="0" smtClean="0"/>
          </a:p>
          <a:p>
            <a:r>
              <a:rPr lang="en-US" dirty="0" err="1" smtClean="0"/>
              <a:t>Lectura</a:t>
            </a:r>
            <a:r>
              <a:rPr lang="en-US" dirty="0" smtClean="0"/>
              <a:t> ID</a:t>
            </a:r>
          </a:p>
          <a:p>
            <a:r>
              <a:rPr lang="en-US" dirty="0" smtClean="0"/>
              <a:t>Serial </a:t>
            </a:r>
          </a:p>
          <a:p>
            <a:pPr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TAG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https://www.alibaba.com/product-detail/WDI1000-2d-1d-qr-barcode-scanner_60480020160.html</a:t>
            </a:r>
            <a:endParaRPr lang="en-US" dirty="0" smtClean="0"/>
          </a:p>
          <a:p>
            <a:r>
              <a:rPr lang="en-US" dirty="0" smtClean="0"/>
              <a:t>Pdf417 </a:t>
            </a:r>
            <a:r>
              <a:rPr lang="en-US" dirty="0" err="1" smtClean="0"/>
              <a:t>longitud</a:t>
            </a:r>
            <a:r>
              <a:rPr lang="en-US" dirty="0" smtClean="0"/>
              <a:t> maxima 1800 bytes</a:t>
            </a:r>
          </a:p>
          <a:p>
            <a:r>
              <a:rPr lang="en-US" dirty="0" smtClean="0"/>
              <a:t>QR </a:t>
            </a:r>
            <a:r>
              <a:rPr lang="en-US" dirty="0" err="1" smtClean="0"/>
              <a:t>longitud</a:t>
            </a:r>
            <a:r>
              <a:rPr lang="en-US" dirty="0" smtClean="0"/>
              <a:t> maxima 4296 bytes</a:t>
            </a:r>
          </a:p>
          <a:p>
            <a:r>
              <a:rPr lang="en-US" dirty="0" err="1" smtClean="0"/>
              <a:t>Ttl</a:t>
            </a:r>
            <a:r>
              <a:rPr lang="en-US" dirty="0" smtClean="0"/>
              <a:t> serial</a:t>
            </a:r>
          </a:p>
          <a:p>
            <a:r>
              <a:rPr lang="en-US" dirty="0" err="1" smtClean="0"/>
              <a:t>Encerramiento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QR – pdf417 </a:t>
            </a:r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definir</a:t>
            </a:r>
            <a:endParaRPr lang="en-US" dirty="0" smtClean="0"/>
          </a:p>
          <a:p>
            <a:r>
              <a:rPr lang="en-US" dirty="0" smtClean="0"/>
              <a:t>Serial</a:t>
            </a: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Lector de </a:t>
            </a:r>
            <a:r>
              <a:rPr lang="en-US" dirty="0" err="1" smtClean="0"/>
              <a:t>banda</a:t>
            </a:r>
            <a:r>
              <a:rPr lang="en-US" dirty="0" smtClean="0"/>
              <a:t> - NFC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El </a:t>
            </a:r>
            <a:r>
              <a:rPr lang="en-US" dirty="0" err="1" smtClean="0"/>
              <a:t>protocolo</a:t>
            </a:r>
            <a:r>
              <a:rPr lang="en-US" dirty="0" smtClean="0"/>
              <a:t> debe </a:t>
            </a:r>
            <a:r>
              <a:rPr lang="en-US" dirty="0" err="1" smtClean="0"/>
              <a:t>tener</a:t>
            </a:r>
            <a:r>
              <a:rPr lang="en-US" dirty="0" smtClean="0"/>
              <a:t> el </a:t>
            </a:r>
            <a:r>
              <a:rPr lang="en-US" dirty="0" err="1" smtClean="0"/>
              <a:t>siguiente</a:t>
            </a:r>
            <a:r>
              <a:rPr lang="en-US" dirty="0" smtClean="0"/>
              <a:t> </a:t>
            </a:r>
            <a:r>
              <a:rPr lang="en-US" dirty="0" err="1" smtClean="0"/>
              <a:t>esquema</a:t>
            </a:r>
            <a:endParaRPr lang="en-US" dirty="0" smtClean="0"/>
          </a:p>
          <a:p>
            <a:pPr lvl="1"/>
            <a:r>
              <a:rPr lang="en-US" dirty="0" smtClean="0"/>
              <a:t>Pregunta con </a:t>
            </a:r>
            <a:r>
              <a:rPr lang="en-US" dirty="0" err="1" smtClean="0"/>
              <a:t>confirmacion</a:t>
            </a:r>
            <a:r>
              <a:rPr lang="en-US" dirty="0" smtClean="0"/>
              <a:t> de </a:t>
            </a:r>
            <a:r>
              <a:rPr lang="en-US" dirty="0" err="1" smtClean="0"/>
              <a:t>rta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Debe </a:t>
            </a:r>
            <a:r>
              <a:rPr lang="en-US" dirty="0" err="1" smtClean="0"/>
              <a:t>asegurar</a:t>
            </a:r>
            <a:r>
              <a:rPr lang="en-US" dirty="0" smtClean="0"/>
              <a:t> </a:t>
            </a:r>
            <a:r>
              <a:rPr lang="en-US" dirty="0" err="1" smtClean="0"/>
              <a:t>integridad</a:t>
            </a:r>
            <a:r>
              <a:rPr lang="en-US" dirty="0" smtClean="0"/>
              <a:t> de datos.</a:t>
            </a:r>
          </a:p>
          <a:p>
            <a:pPr lvl="1"/>
            <a:r>
              <a:rPr lang="en-US" dirty="0" smtClean="0"/>
              <a:t>Encabezado y fin de </a:t>
            </a:r>
            <a:r>
              <a:rPr lang="en-US" dirty="0" err="1" smtClean="0"/>
              <a:t>trama</a:t>
            </a:r>
            <a:endParaRPr lang="en-US" dirty="0" smtClean="0"/>
          </a:p>
          <a:p>
            <a:pPr lvl="1"/>
            <a:r>
              <a:rPr lang="en-US" dirty="0" smtClean="0"/>
              <a:t>Los datos deben </a:t>
            </a:r>
            <a:r>
              <a:rPr lang="en-US" dirty="0" err="1" smtClean="0"/>
              <a:t>venir</a:t>
            </a:r>
            <a:r>
              <a:rPr lang="en-US" dirty="0" smtClean="0"/>
              <a:t> en ASCII</a:t>
            </a:r>
          </a:p>
          <a:p>
            <a:pPr lvl="1"/>
            <a:r>
              <a:rPr lang="en-US" dirty="0" smtClean="0"/>
              <a:t>Como se pueden encontrar tramas de datos </a:t>
            </a:r>
            <a:r>
              <a:rPr lang="en-US" dirty="0" err="1" smtClean="0"/>
              <a:t>largas</a:t>
            </a:r>
            <a:r>
              <a:rPr lang="en-US" dirty="0" smtClean="0"/>
              <a:t> se debe generar el </a:t>
            </a:r>
            <a:r>
              <a:rPr lang="en-US" dirty="0" err="1" smtClean="0"/>
              <a:t>esquema</a:t>
            </a:r>
            <a:r>
              <a:rPr lang="en-US" dirty="0"/>
              <a:t> </a:t>
            </a:r>
            <a:r>
              <a:rPr lang="en-US" dirty="0" smtClean="0"/>
              <a:t>de </a:t>
            </a:r>
            <a:r>
              <a:rPr lang="en-US" dirty="0" err="1" smtClean="0"/>
              <a:t>envio</a:t>
            </a:r>
            <a:r>
              <a:rPr lang="en-US" dirty="0" smtClean="0"/>
              <a:t> de tramas </a:t>
            </a:r>
            <a:r>
              <a:rPr lang="en-US" dirty="0" err="1" smtClean="0"/>
              <a:t>parciales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Propongo</a:t>
            </a:r>
            <a:r>
              <a:rPr lang="en-US" dirty="0" smtClean="0"/>
              <a:t> el </a:t>
            </a:r>
            <a:r>
              <a:rPr lang="en-US" dirty="0" err="1" smtClean="0"/>
              <a:t>esquema</a:t>
            </a:r>
            <a:r>
              <a:rPr lang="en-US" dirty="0" smtClean="0"/>
              <a:t> de pregunta </a:t>
            </a:r>
            <a:r>
              <a:rPr lang="en-US" dirty="0" err="1" smtClean="0"/>
              <a:t>por</a:t>
            </a:r>
            <a:r>
              <a:rPr lang="en-US" dirty="0" smtClean="0"/>
              <a:t> el Puerto # </a:t>
            </a:r>
            <a:r>
              <a:rPr lang="en-US" dirty="0" err="1" smtClean="0"/>
              <a:t>deseado</a:t>
            </a:r>
            <a:r>
              <a:rPr lang="en-US" dirty="0" smtClean="0"/>
              <a:t> </a:t>
            </a:r>
            <a:r>
              <a:rPr lang="en-US" dirty="0" err="1" smtClean="0"/>
              <a:t>donde</a:t>
            </a:r>
            <a:r>
              <a:rPr lang="en-US" dirty="0" smtClean="0"/>
              <a:t> </a:t>
            </a:r>
            <a:r>
              <a:rPr lang="en-US" dirty="0" err="1" smtClean="0"/>
              <a:t>cada</a:t>
            </a:r>
            <a:r>
              <a:rPr lang="en-US" dirty="0" smtClean="0"/>
              <a:t> </a:t>
            </a:r>
            <a:r>
              <a:rPr lang="en-US" dirty="0" err="1" smtClean="0"/>
              <a:t>puerto</a:t>
            </a:r>
            <a:r>
              <a:rPr lang="en-US" dirty="0" smtClean="0"/>
              <a:t> </a:t>
            </a:r>
            <a:r>
              <a:rPr lang="en-US" dirty="0" err="1" smtClean="0"/>
              <a:t>esta</a:t>
            </a:r>
            <a:r>
              <a:rPr lang="en-US" dirty="0" smtClean="0"/>
              <a:t> </a:t>
            </a:r>
            <a:r>
              <a:rPr lang="en-US" dirty="0" err="1" smtClean="0"/>
              <a:t>mapeado</a:t>
            </a:r>
            <a:r>
              <a:rPr lang="en-US" dirty="0" smtClean="0"/>
              <a:t> en ambos </a:t>
            </a:r>
            <a:r>
              <a:rPr lang="en-US" dirty="0" err="1" smtClean="0"/>
              <a:t>lados</a:t>
            </a:r>
            <a:r>
              <a:rPr lang="en-US" dirty="0" smtClean="0"/>
              <a:t> o dejarlo </a:t>
            </a:r>
            <a:r>
              <a:rPr lang="en-US" dirty="0" err="1" smtClean="0"/>
              <a:t>fijo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Puerto 1 – </a:t>
            </a:r>
            <a:r>
              <a:rPr lang="en-US" dirty="0" err="1" smtClean="0"/>
              <a:t>ibutton</a:t>
            </a:r>
            <a:r>
              <a:rPr lang="en-US" dirty="0" smtClean="0"/>
              <a:t> 1</a:t>
            </a:r>
          </a:p>
          <a:p>
            <a:pPr lvl="2"/>
            <a:r>
              <a:rPr lang="en-US" dirty="0" smtClean="0"/>
              <a:t>Puerto 2 – </a:t>
            </a:r>
            <a:r>
              <a:rPr lang="en-US" dirty="0" err="1" smtClean="0"/>
              <a:t>ibutton</a:t>
            </a:r>
            <a:r>
              <a:rPr lang="en-US" dirty="0" smtClean="0"/>
              <a:t> 2</a:t>
            </a:r>
          </a:p>
          <a:p>
            <a:pPr lvl="2"/>
            <a:r>
              <a:rPr lang="en-US" dirty="0" smtClean="0"/>
              <a:t>Puerto 3 – tag 1</a:t>
            </a:r>
          </a:p>
          <a:p>
            <a:pPr lvl="2"/>
            <a:r>
              <a:rPr lang="en-US" dirty="0" smtClean="0"/>
              <a:t>Puerto 4 – tag 2</a:t>
            </a:r>
          </a:p>
          <a:p>
            <a:pPr lvl="2"/>
            <a:r>
              <a:rPr lang="en-US" dirty="0" smtClean="0"/>
              <a:t>Puerto 5 – QR o PDF 1</a:t>
            </a:r>
          </a:p>
          <a:p>
            <a:pPr lvl="2"/>
            <a:r>
              <a:rPr lang="en-US" dirty="0" smtClean="0"/>
              <a:t>Puerto 6 -  QR o PDF 2</a:t>
            </a:r>
          </a:p>
          <a:p>
            <a:pPr lvl="2"/>
            <a:r>
              <a:rPr lang="en-US" dirty="0" smtClean="0"/>
              <a:t>Puerto 7 -  Lector Banda 1</a:t>
            </a:r>
          </a:p>
          <a:p>
            <a:pPr lvl="2"/>
            <a:r>
              <a:rPr lang="en-US" dirty="0" smtClean="0"/>
              <a:t>Puerto 8 – Lector Banda 2</a:t>
            </a:r>
          </a:p>
          <a:p>
            <a:pPr lvl="2"/>
            <a:r>
              <a:rPr lang="en-US" dirty="0" smtClean="0"/>
              <a:t>Puerto 9 -  NFC 1</a:t>
            </a:r>
          </a:p>
          <a:p>
            <a:pPr lvl="2"/>
            <a:r>
              <a:rPr lang="en-US" dirty="0" smtClean="0"/>
              <a:t>Puerto 10 –NFC 2</a:t>
            </a:r>
          </a:p>
          <a:p>
            <a:pPr lvl="2"/>
            <a:r>
              <a:rPr lang="en-US" dirty="0" smtClean="0"/>
              <a:t>Puerto 11 – keyboard 1</a:t>
            </a:r>
          </a:p>
          <a:p>
            <a:pPr lvl="2"/>
            <a:r>
              <a:rPr lang="en-US" dirty="0" smtClean="0"/>
              <a:t>Puerto 12 – Keyboard 2</a:t>
            </a:r>
          </a:p>
          <a:p>
            <a:pPr lvl="2"/>
            <a:endParaRPr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Protocolo</a:t>
            </a:r>
            <a:endParaRPr 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80060" y="4941168"/>
            <a:ext cx="8183880" cy="105156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Esquema</a:t>
            </a:r>
            <a:r>
              <a:rPr lang="en-US" dirty="0" smtClean="0"/>
              <a:t> Sugerido de </a:t>
            </a:r>
            <a:r>
              <a:rPr lang="en-US" dirty="0" err="1" smtClean="0"/>
              <a:t>comunicacion</a:t>
            </a:r>
            <a:endParaRPr lang="en-US" dirty="0"/>
          </a:p>
        </p:txBody>
      </p:sp>
      <p:graphicFrame>
        <p:nvGraphicFramePr>
          <p:cNvPr id="4" name="3 Diagrama"/>
          <p:cNvGraphicFramePr/>
          <p:nvPr/>
        </p:nvGraphicFramePr>
        <p:xfrm>
          <a:off x="995772" y="548680"/>
          <a:ext cx="7152456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</p:sld>
</file>

<file path=ppt/theme/_rels/them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Microsoft YaHei"/>
        <a:cs typeface="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Office 主题">
  <a:themeElements>
    <a:clrScheme name="1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Office 主题">
      <a:majorFont>
        <a:latin typeface="Arial"/>
        <a:ea typeface=""/>
        <a:cs typeface=""/>
      </a:majorFont>
      <a:minorFont>
        <a:latin typeface="方正粗倩简体"/>
        <a:ea typeface="方正粗倩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Office 主题">
  <a:themeElements>
    <a:clrScheme name="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Arial"/>
        <a:ea typeface=""/>
        <a:cs typeface=""/>
      </a:majorFont>
      <a:minorFont>
        <a:latin typeface="方正粗倩简体"/>
        <a:ea typeface="方正粗倩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Office 主题">
  <a:themeElements>
    <a:clrScheme name="1_Office 主题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Office 主题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Office 主题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ffice 主题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4_Office 主题">
  <a:themeElements>
    <a:clrScheme name="Office 主题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主题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5_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Microsoft YaHei"/>
        <a:cs typeface="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/>
</a:theme>
</file>

<file path=ppt/theme/theme10.xml><?xml version="1.0" encoding="utf-8"?>
<a:theme xmlns:a="http://schemas.openxmlformats.org/drawingml/2006/main" name="3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_powerpoint-template-24">
  <a:themeElements>
    <a:clrScheme name="1_powerpoint-template-24 9">
      <a:dk1>
        <a:srgbClr val="4D4D4D"/>
      </a:dk1>
      <a:lt1>
        <a:srgbClr val="FFFFFF"/>
      </a:lt1>
      <a:dk2>
        <a:srgbClr val="4D4D4D"/>
      </a:dk2>
      <a:lt2>
        <a:srgbClr val="2F404B"/>
      </a:lt2>
      <a:accent1>
        <a:srgbClr val="48596C"/>
      </a:accent1>
      <a:accent2>
        <a:srgbClr val="ADADAD"/>
      </a:accent2>
      <a:accent3>
        <a:srgbClr val="FFFFFF"/>
      </a:accent3>
      <a:accent4>
        <a:srgbClr val="404040"/>
      </a:accent4>
      <a:accent5>
        <a:srgbClr val="B1B5BA"/>
      </a:accent5>
      <a:accent6>
        <a:srgbClr val="9C9C9C"/>
      </a:accent6>
      <a:hlink>
        <a:srgbClr val="6282A1"/>
      </a:hlink>
      <a:folHlink>
        <a:srgbClr val="DDDDDD"/>
      </a:folHlink>
    </a:clrScheme>
    <a:fontScheme name="1_powerpoint-template-24">
      <a:majorFont>
        <a:latin typeface="Microsoft Sans Serif"/>
        <a:ea typeface=""/>
        <a:cs typeface=""/>
      </a:majorFont>
      <a:minorFont>
        <a:latin typeface="Microsoft Sans Serif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2">
                <a:gamma/>
                <a:tint val="26667"/>
                <a:invGamma/>
              </a:schemeClr>
            </a:gs>
            <a:gs pos="100000">
              <a:schemeClr val="bg2">
                <a:alpha val="14999"/>
              </a:schemeClr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2">
                <a:gamma/>
                <a:tint val="26667"/>
                <a:invGamma/>
              </a:schemeClr>
            </a:gs>
            <a:gs pos="100000">
              <a:schemeClr val="bg2">
                <a:alpha val="14999"/>
              </a:schemeClr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1_powerpoint-template-24 1">
        <a:dk1>
          <a:srgbClr val="4D4D4D"/>
        </a:dk1>
        <a:lt1>
          <a:srgbClr val="FFFFFF"/>
        </a:lt1>
        <a:dk2>
          <a:srgbClr val="4D4D4D"/>
        </a:dk2>
        <a:lt2>
          <a:srgbClr val="0C209B"/>
        </a:lt2>
        <a:accent1>
          <a:srgbClr val="2167BF"/>
        </a:accent1>
        <a:accent2>
          <a:srgbClr val="C60C0D"/>
        </a:accent2>
        <a:accent3>
          <a:srgbClr val="FFFFFF"/>
        </a:accent3>
        <a:accent4>
          <a:srgbClr val="404040"/>
        </a:accent4>
        <a:accent5>
          <a:srgbClr val="ABB8DC"/>
        </a:accent5>
        <a:accent6>
          <a:srgbClr val="B30A0B"/>
        </a:accent6>
        <a:hlink>
          <a:srgbClr val="4793C7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owerpoint-template-24 2">
        <a:dk1>
          <a:srgbClr val="4D4D4D"/>
        </a:dk1>
        <a:lt1>
          <a:srgbClr val="FFFFFF"/>
        </a:lt1>
        <a:dk2>
          <a:srgbClr val="4D4D4D"/>
        </a:dk2>
        <a:lt2>
          <a:srgbClr val="CC0000"/>
        </a:lt2>
        <a:accent1>
          <a:srgbClr val="FF9933"/>
        </a:accent1>
        <a:accent2>
          <a:srgbClr val="009900"/>
        </a:accent2>
        <a:accent3>
          <a:srgbClr val="FFFFFF"/>
        </a:accent3>
        <a:accent4>
          <a:srgbClr val="404040"/>
        </a:accent4>
        <a:accent5>
          <a:srgbClr val="FFCAAD"/>
        </a:accent5>
        <a:accent6>
          <a:srgbClr val="008A00"/>
        </a:accent6>
        <a:hlink>
          <a:srgbClr val="3366F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owerpoint-template-24 3">
        <a:dk1>
          <a:srgbClr val="4D4D4D"/>
        </a:dk1>
        <a:lt1>
          <a:srgbClr val="FFFFFF"/>
        </a:lt1>
        <a:dk2>
          <a:srgbClr val="4D4D4D"/>
        </a:dk2>
        <a:lt2>
          <a:srgbClr val="0E0F83"/>
        </a:lt2>
        <a:accent1>
          <a:srgbClr val="4049D2"/>
        </a:accent1>
        <a:accent2>
          <a:srgbClr val="494FD9"/>
        </a:accent2>
        <a:accent3>
          <a:srgbClr val="FFFFFF"/>
        </a:accent3>
        <a:accent4>
          <a:srgbClr val="404040"/>
        </a:accent4>
        <a:accent5>
          <a:srgbClr val="AFB1E5"/>
        </a:accent5>
        <a:accent6>
          <a:srgbClr val="4147C4"/>
        </a:accent6>
        <a:hlink>
          <a:srgbClr val="757DD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owerpoint-template-24 4">
        <a:dk1>
          <a:srgbClr val="4D4D4D"/>
        </a:dk1>
        <a:lt1>
          <a:srgbClr val="FFFFFF"/>
        </a:lt1>
        <a:dk2>
          <a:srgbClr val="4D4D4D"/>
        </a:dk2>
        <a:lt2>
          <a:srgbClr val="4B8ACD"/>
        </a:lt2>
        <a:accent1>
          <a:srgbClr val="5C98C2"/>
        </a:accent1>
        <a:accent2>
          <a:srgbClr val="93BAD6"/>
        </a:accent2>
        <a:accent3>
          <a:srgbClr val="FFFFFF"/>
        </a:accent3>
        <a:accent4>
          <a:srgbClr val="404040"/>
        </a:accent4>
        <a:accent5>
          <a:srgbClr val="B5CADD"/>
        </a:accent5>
        <a:accent6>
          <a:srgbClr val="85A8C2"/>
        </a:accent6>
        <a:hlink>
          <a:srgbClr val="AECDE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owerpoint-template-24 5">
        <a:dk1>
          <a:srgbClr val="4D4D4D"/>
        </a:dk1>
        <a:lt1>
          <a:srgbClr val="FFFFFF"/>
        </a:lt1>
        <a:dk2>
          <a:srgbClr val="4D4D4D"/>
        </a:dk2>
        <a:lt2>
          <a:srgbClr val="114682"/>
        </a:lt2>
        <a:accent1>
          <a:srgbClr val="295B99"/>
        </a:accent1>
        <a:accent2>
          <a:srgbClr val="406DA6"/>
        </a:accent2>
        <a:accent3>
          <a:srgbClr val="FFFFFF"/>
        </a:accent3>
        <a:accent4>
          <a:srgbClr val="404040"/>
        </a:accent4>
        <a:accent5>
          <a:srgbClr val="ACB5CA"/>
        </a:accent5>
        <a:accent6>
          <a:srgbClr val="396296"/>
        </a:accent6>
        <a:hlink>
          <a:srgbClr val="5F84B5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owerpoint-template-24 6">
        <a:dk1>
          <a:srgbClr val="4D4D4D"/>
        </a:dk1>
        <a:lt1>
          <a:srgbClr val="FFFFFF"/>
        </a:lt1>
        <a:dk2>
          <a:srgbClr val="4D4D4D"/>
        </a:dk2>
        <a:lt2>
          <a:srgbClr val="1984CC"/>
        </a:lt2>
        <a:accent1>
          <a:srgbClr val="0960AF"/>
        </a:accent1>
        <a:accent2>
          <a:srgbClr val="05438C"/>
        </a:accent2>
        <a:accent3>
          <a:srgbClr val="FFFFFF"/>
        </a:accent3>
        <a:accent4>
          <a:srgbClr val="404040"/>
        </a:accent4>
        <a:accent5>
          <a:srgbClr val="AAB6D4"/>
        </a:accent5>
        <a:accent6>
          <a:srgbClr val="043C7E"/>
        </a:accent6>
        <a:hlink>
          <a:srgbClr val="023069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owerpoint-template-24 7">
        <a:dk1>
          <a:srgbClr val="4D4D4D"/>
        </a:dk1>
        <a:lt1>
          <a:srgbClr val="FFFFFF"/>
        </a:lt1>
        <a:dk2>
          <a:srgbClr val="4D4D4D"/>
        </a:dk2>
        <a:lt2>
          <a:srgbClr val="116DE4"/>
        </a:lt2>
        <a:accent1>
          <a:srgbClr val="235CAF"/>
        </a:accent1>
        <a:accent2>
          <a:srgbClr val="54A1EE"/>
        </a:accent2>
        <a:accent3>
          <a:srgbClr val="FFFFFF"/>
        </a:accent3>
        <a:accent4>
          <a:srgbClr val="404040"/>
        </a:accent4>
        <a:accent5>
          <a:srgbClr val="ACB5D4"/>
        </a:accent5>
        <a:accent6>
          <a:srgbClr val="4B91D8"/>
        </a:accent6>
        <a:hlink>
          <a:srgbClr val="1391E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owerpoint-template-24 8">
        <a:dk1>
          <a:srgbClr val="4D4D4D"/>
        </a:dk1>
        <a:lt1>
          <a:srgbClr val="FFFFFF"/>
        </a:lt1>
        <a:dk2>
          <a:srgbClr val="4D4D4D"/>
        </a:dk2>
        <a:lt2>
          <a:srgbClr val="032D50"/>
        </a:lt2>
        <a:accent1>
          <a:srgbClr val="2B6B95"/>
        </a:accent1>
        <a:accent2>
          <a:srgbClr val="073A61"/>
        </a:accent2>
        <a:accent3>
          <a:srgbClr val="FFFFFF"/>
        </a:accent3>
        <a:accent4>
          <a:srgbClr val="404040"/>
        </a:accent4>
        <a:accent5>
          <a:srgbClr val="ACBAC8"/>
        </a:accent5>
        <a:accent6>
          <a:srgbClr val="063457"/>
        </a:accent6>
        <a:hlink>
          <a:srgbClr val="15548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owerpoint-template-24 9">
        <a:dk1>
          <a:srgbClr val="4D4D4D"/>
        </a:dk1>
        <a:lt1>
          <a:srgbClr val="FFFFFF"/>
        </a:lt1>
        <a:dk2>
          <a:srgbClr val="4D4D4D"/>
        </a:dk2>
        <a:lt2>
          <a:srgbClr val="2F404B"/>
        </a:lt2>
        <a:accent1>
          <a:srgbClr val="48596C"/>
        </a:accent1>
        <a:accent2>
          <a:srgbClr val="ADADAD"/>
        </a:accent2>
        <a:accent3>
          <a:srgbClr val="FFFFFF"/>
        </a:accent3>
        <a:accent4>
          <a:srgbClr val="404040"/>
        </a:accent4>
        <a:accent5>
          <a:srgbClr val="B1B5BA"/>
        </a:accent5>
        <a:accent6>
          <a:srgbClr val="9C9C9C"/>
        </a:accent6>
        <a:hlink>
          <a:srgbClr val="6282A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powerpoint-template-24">
  <a:themeElements>
    <a:clrScheme name="powerpoint-template-24 9">
      <a:dk1>
        <a:srgbClr val="4D4D4D"/>
      </a:dk1>
      <a:lt1>
        <a:srgbClr val="FFFFFF"/>
      </a:lt1>
      <a:dk2>
        <a:srgbClr val="4D4D4D"/>
      </a:dk2>
      <a:lt2>
        <a:srgbClr val="2F404B"/>
      </a:lt2>
      <a:accent1>
        <a:srgbClr val="48596C"/>
      </a:accent1>
      <a:accent2>
        <a:srgbClr val="ADADAD"/>
      </a:accent2>
      <a:accent3>
        <a:srgbClr val="FFFFFF"/>
      </a:accent3>
      <a:accent4>
        <a:srgbClr val="404040"/>
      </a:accent4>
      <a:accent5>
        <a:srgbClr val="B1B5BA"/>
      </a:accent5>
      <a:accent6>
        <a:srgbClr val="9C9C9C"/>
      </a:accent6>
      <a:hlink>
        <a:srgbClr val="6282A1"/>
      </a:hlink>
      <a:folHlink>
        <a:srgbClr val="DDDDDD"/>
      </a:folHlink>
    </a:clrScheme>
    <a:fontScheme name="powerpoint-template-24">
      <a:majorFont>
        <a:latin typeface="Microsoft Sans Serif"/>
        <a:ea typeface=""/>
        <a:cs typeface=""/>
      </a:majorFont>
      <a:minorFont>
        <a:latin typeface="Microsoft Sans Serif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2">
                <a:gamma/>
                <a:tint val="26667"/>
                <a:invGamma/>
              </a:schemeClr>
            </a:gs>
            <a:gs pos="100000">
              <a:schemeClr val="bg2">
                <a:alpha val="14999"/>
              </a:schemeClr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2">
                <a:gamma/>
                <a:tint val="26667"/>
                <a:invGamma/>
              </a:schemeClr>
            </a:gs>
            <a:gs pos="100000">
              <a:schemeClr val="bg2">
                <a:alpha val="14999"/>
              </a:schemeClr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powerpoint-template-24 1">
        <a:dk1>
          <a:srgbClr val="4D4D4D"/>
        </a:dk1>
        <a:lt1>
          <a:srgbClr val="FFFFFF"/>
        </a:lt1>
        <a:dk2>
          <a:srgbClr val="4D4D4D"/>
        </a:dk2>
        <a:lt2>
          <a:srgbClr val="0C209B"/>
        </a:lt2>
        <a:accent1>
          <a:srgbClr val="2167BF"/>
        </a:accent1>
        <a:accent2>
          <a:srgbClr val="C60C0D"/>
        </a:accent2>
        <a:accent3>
          <a:srgbClr val="FFFFFF"/>
        </a:accent3>
        <a:accent4>
          <a:srgbClr val="404040"/>
        </a:accent4>
        <a:accent5>
          <a:srgbClr val="ABB8DC"/>
        </a:accent5>
        <a:accent6>
          <a:srgbClr val="B30A0B"/>
        </a:accent6>
        <a:hlink>
          <a:srgbClr val="4793C7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2">
        <a:dk1>
          <a:srgbClr val="4D4D4D"/>
        </a:dk1>
        <a:lt1>
          <a:srgbClr val="FFFFFF"/>
        </a:lt1>
        <a:dk2>
          <a:srgbClr val="4D4D4D"/>
        </a:dk2>
        <a:lt2>
          <a:srgbClr val="CC0000"/>
        </a:lt2>
        <a:accent1>
          <a:srgbClr val="FF9933"/>
        </a:accent1>
        <a:accent2>
          <a:srgbClr val="009900"/>
        </a:accent2>
        <a:accent3>
          <a:srgbClr val="FFFFFF"/>
        </a:accent3>
        <a:accent4>
          <a:srgbClr val="404040"/>
        </a:accent4>
        <a:accent5>
          <a:srgbClr val="FFCAAD"/>
        </a:accent5>
        <a:accent6>
          <a:srgbClr val="008A00"/>
        </a:accent6>
        <a:hlink>
          <a:srgbClr val="3366F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3">
        <a:dk1>
          <a:srgbClr val="4D4D4D"/>
        </a:dk1>
        <a:lt1>
          <a:srgbClr val="FFFFFF"/>
        </a:lt1>
        <a:dk2>
          <a:srgbClr val="4D4D4D"/>
        </a:dk2>
        <a:lt2>
          <a:srgbClr val="0E0F83"/>
        </a:lt2>
        <a:accent1>
          <a:srgbClr val="4049D2"/>
        </a:accent1>
        <a:accent2>
          <a:srgbClr val="494FD9"/>
        </a:accent2>
        <a:accent3>
          <a:srgbClr val="FFFFFF"/>
        </a:accent3>
        <a:accent4>
          <a:srgbClr val="404040"/>
        </a:accent4>
        <a:accent5>
          <a:srgbClr val="AFB1E5"/>
        </a:accent5>
        <a:accent6>
          <a:srgbClr val="4147C4"/>
        </a:accent6>
        <a:hlink>
          <a:srgbClr val="757DD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4">
        <a:dk1>
          <a:srgbClr val="4D4D4D"/>
        </a:dk1>
        <a:lt1>
          <a:srgbClr val="FFFFFF"/>
        </a:lt1>
        <a:dk2>
          <a:srgbClr val="4D4D4D"/>
        </a:dk2>
        <a:lt2>
          <a:srgbClr val="4B8ACD"/>
        </a:lt2>
        <a:accent1>
          <a:srgbClr val="5C98C2"/>
        </a:accent1>
        <a:accent2>
          <a:srgbClr val="93BAD6"/>
        </a:accent2>
        <a:accent3>
          <a:srgbClr val="FFFFFF"/>
        </a:accent3>
        <a:accent4>
          <a:srgbClr val="404040"/>
        </a:accent4>
        <a:accent5>
          <a:srgbClr val="B5CADD"/>
        </a:accent5>
        <a:accent6>
          <a:srgbClr val="85A8C2"/>
        </a:accent6>
        <a:hlink>
          <a:srgbClr val="AECDE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5">
        <a:dk1>
          <a:srgbClr val="4D4D4D"/>
        </a:dk1>
        <a:lt1>
          <a:srgbClr val="FFFFFF"/>
        </a:lt1>
        <a:dk2>
          <a:srgbClr val="4D4D4D"/>
        </a:dk2>
        <a:lt2>
          <a:srgbClr val="114682"/>
        </a:lt2>
        <a:accent1>
          <a:srgbClr val="295B99"/>
        </a:accent1>
        <a:accent2>
          <a:srgbClr val="406DA6"/>
        </a:accent2>
        <a:accent3>
          <a:srgbClr val="FFFFFF"/>
        </a:accent3>
        <a:accent4>
          <a:srgbClr val="404040"/>
        </a:accent4>
        <a:accent5>
          <a:srgbClr val="ACB5CA"/>
        </a:accent5>
        <a:accent6>
          <a:srgbClr val="396296"/>
        </a:accent6>
        <a:hlink>
          <a:srgbClr val="5F84B5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6">
        <a:dk1>
          <a:srgbClr val="4D4D4D"/>
        </a:dk1>
        <a:lt1>
          <a:srgbClr val="FFFFFF"/>
        </a:lt1>
        <a:dk2>
          <a:srgbClr val="4D4D4D"/>
        </a:dk2>
        <a:lt2>
          <a:srgbClr val="1984CC"/>
        </a:lt2>
        <a:accent1>
          <a:srgbClr val="0960AF"/>
        </a:accent1>
        <a:accent2>
          <a:srgbClr val="05438C"/>
        </a:accent2>
        <a:accent3>
          <a:srgbClr val="FFFFFF"/>
        </a:accent3>
        <a:accent4>
          <a:srgbClr val="404040"/>
        </a:accent4>
        <a:accent5>
          <a:srgbClr val="AAB6D4"/>
        </a:accent5>
        <a:accent6>
          <a:srgbClr val="043C7E"/>
        </a:accent6>
        <a:hlink>
          <a:srgbClr val="023069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7">
        <a:dk1>
          <a:srgbClr val="4D4D4D"/>
        </a:dk1>
        <a:lt1>
          <a:srgbClr val="FFFFFF"/>
        </a:lt1>
        <a:dk2>
          <a:srgbClr val="4D4D4D"/>
        </a:dk2>
        <a:lt2>
          <a:srgbClr val="116DE4"/>
        </a:lt2>
        <a:accent1>
          <a:srgbClr val="235CAF"/>
        </a:accent1>
        <a:accent2>
          <a:srgbClr val="54A1EE"/>
        </a:accent2>
        <a:accent3>
          <a:srgbClr val="FFFFFF"/>
        </a:accent3>
        <a:accent4>
          <a:srgbClr val="404040"/>
        </a:accent4>
        <a:accent5>
          <a:srgbClr val="ACB5D4"/>
        </a:accent5>
        <a:accent6>
          <a:srgbClr val="4B91D8"/>
        </a:accent6>
        <a:hlink>
          <a:srgbClr val="1391E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8">
        <a:dk1>
          <a:srgbClr val="4D4D4D"/>
        </a:dk1>
        <a:lt1>
          <a:srgbClr val="FFFFFF"/>
        </a:lt1>
        <a:dk2>
          <a:srgbClr val="4D4D4D"/>
        </a:dk2>
        <a:lt2>
          <a:srgbClr val="032D50"/>
        </a:lt2>
        <a:accent1>
          <a:srgbClr val="2B6B95"/>
        </a:accent1>
        <a:accent2>
          <a:srgbClr val="073A61"/>
        </a:accent2>
        <a:accent3>
          <a:srgbClr val="FFFFFF"/>
        </a:accent3>
        <a:accent4>
          <a:srgbClr val="404040"/>
        </a:accent4>
        <a:accent5>
          <a:srgbClr val="ACBAC8"/>
        </a:accent5>
        <a:accent6>
          <a:srgbClr val="063457"/>
        </a:accent6>
        <a:hlink>
          <a:srgbClr val="15548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9">
        <a:dk1>
          <a:srgbClr val="4D4D4D"/>
        </a:dk1>
        <a:lt1>
          <a:srgbClr val="FFFFFF"/>
        </a:lt1>
        <a:dk2>
          <a:srgbClr val="4D4D4D"/>
        </a:dk2>
        <a:lt2>
          <a:srgbClr val="2F404B"/>
        </a:lt2>
        <a:accent1>
          <a:srgbClr val="48596C"/>
        </a:accent1>
        <a:accent2>
          <a:srgbClr val="ADADAD"/>
        </a:accent2>
        <a:accent3>
          <a:srgbClr val="FFFFFF"/>
        </a:accent3>
        <a:accent4>
          <a:srgbClr val="404040"/>
        </a:accent4>
        <a:accent5>
          <a:srgbClr val="B1B5BA"/>
        </a:accent5>
        <a:accent6>
          <a:srgbClr val="9C9C9C"/>
        </a:accent6>
        <a:hlink>
          <a:srgbClr val="6282A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4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2">
                <a:gamma/>
                <a:tint val="26667"/>
                <a:invGamma/>
              </a:schemeClr>
            </a:gs>
            <a:gs pos="100000">
              <a:schemeClr val="bg2">
                <a:alpha val="14999"/>
              </a:schemeClr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2">
                <a:gamma/>
                <a:tint val="26667"/>
                <a:invGamma/>
              </a:schemeClr>
            </a:gs>
            <a:gs pos="100000">
              <a:schemeClr val="bg2">
                <a:alpha val="14999"/>
              </a:schemeClr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Concurrencia">
  <a:themeElements>
    <a:clrScheme name="Concurrencia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rencia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urrenc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business-ppt-template-024</Template>
  <TotalTime>231</TotalTime>
  <Words>292</Words>
  <Application>Microsoft Office PowerPoint</Application>
  <PresentationFormat>Presentación en pantalla (4:3)</PresentationFormat>
  <Paragraphs>75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14</vt:i4>
      </vt:variant>
      <vt:variant>
        <vt:lpstr>Títulos de diapositiva</vt:lpstr>
      </vt:variant>
      <vt:variant>
        <vt:i4>8</vt:i4>
      </vt:variant>
    </vt:vector>
  </HeadingPairs>
  <TitlesOfParts>
    <vt:vector size="22" baseType="lpstr">
      <vt:lpstr>Office 主题</vt:lpstr>
      <vt:lpstr>默认设计模板</vt:lpstr>
      <vt:lpstr>1_Office 主题</vt:lpstr>
      <vt:lpstr>2_Office 主题</vt:lpstr>
      <vt:lpstr>1_默认设计模板</vt:lpstr>
      <vt:lpstr>3_Office 主题</vt:lpstr>
      <vt:lpstr>4_Office 主题</vt:lpstr>
      <vt:lpstr>2_默认设计模板</vt:lpstr>
      <vt:lpstr>5_Office 主题</vt:lpstr>
      <vt:lpstr>3_默认设计模板</vt:lpstr>
      <vt:lpstr>1_powerpoint-template-24</vt:lpstr>
      <vt:lpstr>powerpoint-template-24</vt:lpstr>
      <vt:lpstr>4_默认设计模板</vt:lpstr>
      <vt:lpstr>Concurrencia</vt:lpstr>
      <vt:lpstr>Proyecto Piratas</vt:lpstr>
      <vt:lpstr>Requerimientos</vt:lpstr>
      <vt:lpstr>Protocolo 1 Wire</vt:lpstr>
      <vt:lpstr>TAG</vt:lpstr>
      <vt:lpstr>QR – pdf417 </vt:lpstr>
      <vt:lpstr>Lector de banda - NFC</vt:lpstr>
      <vt:lpstr>Protocolo</vt:lpstr>
      <vt:lpstr>Esquema Sugerido de comunicacion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Piratas</dc:title>
  <dc:creator>Gerencia</dc:creator>
  <cp:lastModifiedBy>Gerencia</cp:lastModifiedBy>
  <cp:revision>1</cp:revision>
  <dcterms:created xsi:type="dcterms:W3CDTF">2017-06-08T13:26:13Z</dcterms:created>
  <dcterms:modified xsi:type="dcterms:W3CDTF">2017-06-08T17:18:03Z</dcterms:modified>
</cp:coreProperties>
</file>